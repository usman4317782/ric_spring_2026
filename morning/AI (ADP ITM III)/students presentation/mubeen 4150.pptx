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8" d="100"/>
          <a:sy n="58" d="100"/>
        </p:scale>
        <p:origin x="-17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fld id="{E1FB41C6-DEEA-40C8-9FB0-53C502ED9DAD}" type="datetimeFigureOut">
              <a:rPr lang="en-US" smtClean="0"/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fld id="{912ED3BF-E130-4FAC-A17A-0375DA97A2A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65430" indent="-265430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 panose="05020102010507070707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295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 panose="020B0604030504040204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 panose="05020102010507070707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 panose="020B0604030504040204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2376" y="8382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/>
              <a:t>Working with text data</a:t>
            </a:r>
            <a:br>
              <a:rPr lang="en-US" sz="2400" dirty="0" smtClean="0"/>
            </a:br>
            <a:r>
              <a:rPr lang="en-US" sz="2400" dirty="0" smtClean="0"/>
              <a:t>Types of data represented as string  Sentiment analysis of movie reviews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2376" y="3962400"/>
            <a:ext cx="7772400" cy="160020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Presented By:</a:t>
            </a:r>
            <a:endParaRPr lang="en-US" b="1" dirty="0" smtClean="0"/>
          </a:p>
          <a:p>
            <a:pPr algn="l"/>
            <a:r>
              <a:rPr lang="en-US" dirty="0" smtClean="0"/>
              <a:t>                  </a:t>
            </a:r>
            <a:r>
              <a:rPr lang="en-US" dirty="0" err="1" smtClean="0"/>
              <a:t>Mubeen</a:t>
            </a:r>
            <a:r>
              <a:rPr lang="en-US" dirty="0" smtClean="0"/>
              <a:t>(4150)</a:t>
            </a:r>
            <a:endParaRPr lang="en-US" dirty="0" smtClean="0"/>
          </a:p>
          <a:p>
            <a:pPr algn="l"/>
            <a:r>
              <a:rPr lang="en-US" b="1" dirty="0" smtClean="0"/>
              <a:t>Presented To:</a:t>
            </a:r>
            <a:endParaRPr lang="en-US" b="1" dirty="0" smtClean="0"/>
          </a:p>
          <a:p>
            <a:pPr algn="l"/>
            <a:r>
              <a:rPr lang="en-US" dirty="0"/>
              <a:t> </a:t>
            </a:r>
            <a:r>
              <a:rPr lang="en-US" dirty="0" smtClean="0"/>
              <a:t>                  Sir </a:t>
            </a:r>
            <a:r>
              <a:rPr lang="en-US" dirty="0" err="1" smtClean="0"/>
              <a:t>Usman</a:t>
            </a:r>
            <a:endParaRPr lang="en-US" dirty="0" smtClean="0"/>
          </a:p>
          <a:p>
            <a:pPr algn="l"/>
            <a:r>
              <a:rPr lang="en-US" dirty="0"/>
              <a:t> </a:t>
            </a:r>
            <a:r>
              <a:rPr lang="en-US" dirty="0" smtClean="0"/>
              <a:t>      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7924800" cy="51054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Working with Text Data</a:t>
            </a:r>
            <a:endParaRPr lang="en-US" b="1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b="1" dirty="0" smtClean="0"/>
              <a:t>What is Text Data?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1800" dirty="0" smtClean="0"/>
              <a:t>Text data is any information written using letters, words, </a:t>
            </a:r>
            <a:r>
              <a:rPr lang="en-US" sz="1800" dirty="0" err="1" smtClean="0"/>
              <a:t>numbers,or</a:t>
            </a:r>
            <a:r>
              <a:rPr lang="en-US" sz="1800" dirty="0"/>
              <a:t> </a:t>
            </a:r>
            <a:r>
              <a:rPr lang="en-US" sz="1800" dirty="0" err="1" smtClean="0"/>
              <a:t>symbols.It</a:t>
            </a:r>
            <a:r>
              <a:rPr lang="en-US" sz="1800" dirty="0" smtClean="0"/>
              <a:t> is one of the most common types of data used in computers.</a:t>
            </a:r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Examples :</a:t>
            </a:r>
            <a:endParaRPr lang="en-US" sz="2000" b="1" dirty="0" smtClean="0"/>
          </a:p>
          <a:p>
            <a:r>
              <a:rPr lang="en-US" sz="1800" dirty="0" smtClean="0"/>
              <a:t>Emails</a:t>
            </a:r>
            <a:endParaRPr lang="en-US" sz="1800" dirty="0" smtClean="0"/>
          </a:p>
          <a:p>
            <a:r>
              <a:rPr lang="en-US" sz="1800" dirty="0" smtClean="0"/>
              <a:t>SMS and Chat Messages</a:t>
            </a:r>
            <a:endParaRPr lang="en-US" sz="1800" dirty="0" smtClean="0"/>
          </a:p>
          <a:p>
            <a:r>
              <a:rPr lang="en-US" sz="1800" dirty="0" smtClean="0"/>
              <a:t>Customers reviews</a:t>
            </a:r>
            <a:endParaRPr lang="en-US" sz="1800" dirty="0" smtClean="0"/>
          </a:p>
          <a:p>
            <a:r>
              <a:rPr lang="en-US" sz="1800" dirty="0" smtClean="0"/>
              <a:t>News Headlines</a:t>
            </a:r>
            <a:endParaRPr lang="en-US" sz="1800" dirty="0" smtClean="0"/>
          </a:p>
          <a:p>
            <a:pPr marL="0" indent="0">
              <a:buNone/>
            </a:pPr>
            <a:r>
              <a:rPr lang="en-US" sz="2000" b="1" dirty="0" smtClean="0"/>
              <a:t>Why is text data important?</a:t>
            </a:r>
            <a:endParaRPr lang="en-US" sz="2000" b="1" dirty="0" smtClean="0"/>
          </a:p>
          <a:p>
            <a:r>
              <a:rPr lang="en-US" sz="1800" dirty="0" smtClean="0"/>
              <a:t>Helps computers understand human language.</a:t>
            </a:r>
            <a:endParaRPr lang="en-US" sz="1800" dirty="0" smtClean="0"/>
          </a:p>
          <a:p>
            <a:r>
              <a:rPr lang="en-US" sz="1800" dirty="0" smtClean="0"/>
              <a:t>Used in search engines like </a:t>
            </a:r>
            <a:r>
              <a:rPr lang="en-US" sz="1800" dirty="0" err="1" smtClean="0"/>
              <a:t>google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r>
              <a:rPr lang="en-US" sz="1800" dirty="0" smtClean="0"/>
              <a:t>Used in </a:t>
            </a:r>
            <a:r>
              <a:rPr lang="en-US" sz="1800" dirty="0" err="1" smtClean="0"/>
              <a:t>chatbots</a:t>
            </a:r>
            <a:r>
              <a:rPr lang="en-US" sz="1800" dirty="0" smtClean="0"/>
              <a:t> such as </a:t>
            </a:r>
            <a:r>
              <a:rPr lang="en-US" sz="1800" dirty="0" err="1" smtClean="0"/>
              <a:t>ChatGPT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225"/>
            <a:ext cx="8183880" cy="3529965"/>
          </a:xfrm>
        </p:spPr>
        <p:txBody>
          <a:bodyPr>
            <a:normAutofit fontScale="25000"/>
          </a:bodyPr>
          <a:lstStyle/>
          <a:p>
            <a:pPr marL="0" indent="0" algn="ctr">
              <a:buNone/>
            </a:pPr>
            <a:r>
              <a:rPr lang="en-US" altLang="en-US" sz="9600" b="1"/>
              <a:t>Types of Data Represented as String</a:t>
            </a:r>
            <a:endParaRPr lang="en-US" altLang="en-US" sz="9600" b="1"/>
          </a:p>
          <a:p>
            <a:pPr marL="0" indent="0" algn="ctr">
              <a:buNone/>
            </a:pPr>
            <a:endParaRPr lang="en-US" altLang="en-US" sz="4800" b="1"/>
          </a:p>
          <a:p>
            <a:pPr marL="0" indent="0">
              <a:buNone/>
            </a:pPr>
            <a:r>
              <a:rPr lang="en-US" altLang="en-US" sz="8000" b="1"/>
              <a:t>What is a String?</a:t>
            </a:r>
            <a:endParaRPr lang="en-US" altLang="en-US" sz="8000" b="1"/>
          </a:p>
          <a:p>
            <a:pPr marL="0" indent="0">
              <a:buNone/>
            </a:pPr>
            <a:r>
              <a:rPr lang="en-US" altLang="en-US" sz="7200"/>
              <a:t>A String is a sequence of characters enclosed in quotation marks. It can contain letters, numbers, spaces, and special symbols.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8000" b="1"/>
              <a:t>Examples</a:t>
            </a:r>
            <a:endParaRPr lang="en-US" altLang="en-US" sz="8000" b="1"/>
          </a:p>
          <a:p>
            <a:r>
              <a:rPr lang="en-US" altLang="en-US" sz="6665"/>
              <a:t>Name → "Ali"</a:t>
            </a:r>
            <a:endParaRPr lang="en-US" altLang="en-US" sz="6665"/>
          </a:p>
          <a:p>
            <a:r>
              <a:rPr lang="en-US" altLang="en-US" sz="6665"/>
              <a:t>City → "Lahore"</a:t>
            </a:r>
            <a:endParaRPr lang="en-US" altLang="en-US" sz="6665"/>
          </a:p>
          <a:p>
            <a:r>
              <a:rPr lang="en-US" altLang="en-US" sz="6665"/>
              <a:t>Email → "abc@gmail.com"</a:t>
            </a:r>
            <a:endParaRPr lang="en-US" altLang="en-US" sz="6665"/>
          </a:p>
          <a:p>
            <a:r>
              <a:rPr lang="en-US" altLang="en-US" sz="6665"/>
              <a:t>Phone Number → "0300......48"</a:t>
            </a:r>
            <a:endParaRPr lang="en-US" altLang="en-US" sz="6665"/>
          </a:p>
          <a:p>
            <a:r>
              <a:rPr lang="en-US" altLang="en-US" sz="6665"/>
              <a:t>Address → "House #25, Karachi"</a:t>
            </a:r>
            <a:endParaRPr lang="en-US" altLang="en-US" sz="6665"/>
          </a:p>
          <a:p>
            <a:pPr marL="0" indent="0">
              <a:buNone/>
            </a:pPr>
            <a:r>
              <a:rPr lang="en-US" altLang="en-US" sz="8000" b="1"/>
              <a:t>Features of String Data</a:t>
            </a:r>
            <a:endParaRPr lang="en-US" altLang="en-US" sz="8000" b="1"/>
          </a:p>
          <a:p>
            <a:r>
              <a:rPr lang="en-US" altLang="en-US" sz="7200"/>
              <a:t>Stores text information.</a:t>
            </a:r>
            <a:endParaRPr lang="en-US" altLang="en-US" sz="7200"/>
          </a:p>
          <a:p>
            <a:r>
              <a:rPr lang="en-US" altLang="en-US" sz="7200"/>
              <a:t>Easy to search and edit.</a:t>
            </a:r>
            <a:endParaRPr lang="en-US" altLang="en-US" sz="7200"/>
          </a:p>
          <a:p>
            <a:r>
              <a:rPr lang="en-US" altLang="en-US" sz="7200"/>
              <a:t>Can contain letters, numbers, and symbols.</a:t>
            </a:r>
            <a:endParaRPr lang="en-US" altLang="en-US" sz="7200"/>
          </a:p>
          <a:p>
            <a:r>
              <a:rPr lang="en-US" altLang="en-US" sz="7200"/>
              <a:t>Used in programming, databases, and </a:t>
            </a:r>
            <a:r>
              <a:rPr lang="en-US" altLang="en-US" sz="7200"/>
              <a:t>websites</a:t>
            </a:r>
            <a:r>
              <a:rPr lang="en-US" altLang="en-US" sz="8000"/>
              <a:t>.</a:t>
            </a:r>
            <a:endParaRPr lang="en-US" altLang="en-US" sz="8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/>
          <p:nvPr>
            <p:ph idx="1"/>
          </p:nvPr>
        </p:nvSpPr>
        <p:spPr/>
        <p:txBody>
          <a:bodyPr>
            <a:normAutofit fontScale="25000"/>
          </a:bodyPr>
          <a:p>
            <a:pPr marL="0" indent="0" algn="ctr">
              <a:buNone/>
            </a:pPr>
            <a:r>
              <a:rPr lang="en-US" altLang="en-US" sz="9600" b="1"/>
              <a:t>Sentiment Analysis</a:t>
            </a:r>
            <a:endParaRPr lang="en-US" altLang="en-US" sz="9600" b="1"/>
          </a:p>
          <a:p>
            <a:pPr marL="0" indent="0" algn="ctr">
              <a:buNone/>
            </a:pPr>
            <a:endParaRPr lang="en-US" altLang="en-US" sz="9600" b="1"/>
          </a:p>
          <a:p>
            <a:pPr marL="0" indent="0">
              <a:buNone/>
            </a:pPr>
            <a:r>
              <a:rPr lang="en-US" altLang="en-US" sz="7200" b="1"/>
              <a:t>What is Sentiment Analysis?</a:t>
            </a:r>
            <a:endParaRPr lang="en-US" altLang="en-US" sz="7200" b="1"/>
          </a:p>
          <a:p>
            <a:pPr marL="0" indent="0">
              <a:buNone/>
            </a:pPr>
            <a:r>
              <a:rPr lang="en-US" altLang="en-US" sz="7200"/>
              <a:t>Sentiment Analysis is an Artificial Intelligence (AI) technique that identifies the emotion or opinion expressed in text.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7200" b="1"/>
              <a:t>Types of Sentiment</a:t>
            </a:r>
            <a:endParaRPr lang="en-US" altLang="en-US" sz="7200" b="1"/>
          </a:p>
          <a:p>
            <a:pPr marL="0" indent="0">
              <a:buNone/>
            </a:pPr>
            <a:r>
              <a:rPr lang="zh-CN" altLang="en-US" sz="6000"/>
              <a:t> </a:t>
            </a:r>
            <a:r>
              <a:rPr lang="en-US" altLang="en-US" sz="6000" b="1"/>
              <a:t>Positive</a:t>
            </a:r>
            <a:endParaRPr lang="en-US" altLang="en-US" sz="6000"/>
          </a:p>
          <a:p>
            <a:r>
              <a:rPr lang="en-US" altLang="en-US" sz="6000"/>
              <a:t>"This movie is amazing."</a:t>
            </a:r>
            <a:endParaRPr lang="en-US" altLang="en-US" sz="6000"/>
          </a:p>
          <a:p>
            <a:pPr marL="0" indent="0">
              <a:buNone/>
            </a:pPr>
            <a:r>
              <a:rPr lang="en-US" altLang="en-US" sz="6000" b="1"/>
              <a:t>Negative</a:t>
            </a:r>
            <a:endParaRPr lang="en-US" altLang="en-US" sz="6000" b="1"/>
          </a:p>
          <a:p>
            <a:r>
              <a:rPr lang="en-US" altLang="en-US" sz="6000"/>
              <a:t>"The movie was very boring."</a:t>
            </a:r>
            <a:endParaRPr lang="en-US" altLang="en-US" sz="6000"/>
          </a:p>
          <a:p>
            <a:pPr marL="0" indent="0">
              <a:buNone/>
            </a:pPr>
            <a:r>
              <a:rPr lang="zh-CN" altLang="en-US" sz="6000" b="1"/>
              <a:t> </a:t>
            </a:r>
            <a:r>
              <a:rPr lang="en-US" altLang="en-US" sz="6000" b="1"/>
              <a:t>Neutral</a:t>
            </a:r>
            <a:endParaRPr lang="en-US" altLang="en-US" sz="6000" b="1"/>
          </a:p>
          <a:p>
            <a:r>
              <a:rPr lang="en-US" altLang="en-US" sz="6000"/>
              <a:t>"The movie was okay."</a:t>
            </a:r>
            <a:endParaRPr lang="en-US" altLang="en-US" sz="6000"/>
          </a:p>
          <a:p>
            <a:pPr marL="0" indent="0">
              <a:buNone/>
            </a:pPr>
            <a:r>
              <a:rPr lang="en-US" altLang="en-US" sz="7200" b="1"/>
              <a:t>How Does It Work?</a:t>
            </a:r>
            <a:endParaRPr lang="en-US" altLang="en-US" sz="7200" b="1"/>
          </a:p>
          <a:p>
            <a:r>
              <a:rPr lang="en-US" altLang="en-US" sz="7200"/>
              <a:t>Collect text data.</a:t>
            </a:r>
            <a:endParaRPr lang="en-US" altLang="en-US" sz="7200"/>
          </a:p>
          <a:p>
            <a:r>
              <a:rPr lang="en-US" altLang="en-US" sz="7200"/>
              <a:t>Clean the text.</a:t>
            </a:r>
            <a:endParaRPr lang="en-US" altLang="en-US" sz="7200"/>
          </a:p>
          <a:p>
            <a:r>
              <a:rPr lang="en-US" altLang="en-US" sz="7200"/>
              <a:t>Analyze the words.</a:t>
            </a:r>
            <a:endParaRPr lang="en-US" altLang="en-US" sz="7200"/>
          </a:p>
          <a:p>
            <a:r>
              <a:rPr lang="en-US" altLang="en-US" sz="7200"/>
              <a:t>Predict whether the opinion is Positive, Negative, or Neutral.</a:t>
            </a:r>
            <a:endParaRPr lang="en-US" altLang="en-US" sz="7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pPr marL="0" indent="0" algn="ctr">
              <a:buNone/>
            </a:pPr>
            <a:r>
              <a:rPr lang="en-US" altLang="en-US" sz="9600" b="1"/>
              <a:t>Sentiment Analysis of Movie Reviews</a:t>
            </a:r>
            <a:endParaRPr lang="en-US" altLang="en-US" sz="9600" b="1"/>
          </a:p>
          <a:p>
            <a:pPr marL="0" indent="0" algn="ctr">
              <a:buNone/>
            </a:pPr>
            <a:endParaRPr lang="en-US" altLang="en-US" sz="9600" b="1"/>
          </a:p>
          <a:p>
            <a:pPr marL="0" indent="0">
              <a:buNone/>
            </a:pPr>
            <a:r>
              <a:rPr lang="en-US" altLang="en-US" sz="7200"/>
              <a:t>Movie review websites collect thousands of reviews from users.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7200"/>
              <a:t>AI analyzes these reviews to understand people's opinions.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8000" b="1"/>
              <a:t>Example Reviews</a:t>
            </a:r>
            <a:endParaRPr lang="en-US" altLang="en-US" sz="8000" b="1"/>
          </a:p>
          <a:p>
            <a:pPr marL="0" indent="0">
              <a:buNone/>
            </a:pPr>
            <a:r>
              <a:rPr lang="en-US" altLang="en-US" sz="7200" b="1"/>
              <a:t>Review 1</a:t>
            </a:r>
            <a:endParaRPr lang="en-US" altLang="en-US" sz="7200" b="1"/>
          </a:p>
          <a:p>
            <a:pPr marL="0" indent="0">
              <a:buNone/>
            </a:pPr>
            <a:r>
              <a:rPr lang="en-US" altLang="en-US" sz="7200"/>
              <a:t>"Excellent movie with great acting." Result: Positive ✅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7200" b="1"/>
              <a:t>Review 2</a:t>
            </a:r>
            <a:endParaRPr lang="en-US" altLang="en-US" sz="7200" b="1"/>
          </a:p>
          <a:p>
            <a:pPr marL="0" indent="0">
              <a:buNone/>
            </a:pPr>
            <a:r>
              <a:rPr lang="en-US" altLang="en-US" sz="7200"/>
              <a:t>"The story was slow and boring." Result: Negative ❌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7200" b="1"/>
              <a:t>Review 3</a:t>
            </a:r>
            <a:endParaRPr lang="en-US" altLang="en-US" sz="7200" b="1"/>
          </a:p>
          <a:p>
            <a:pPr marL="0" indent="0">
              <a:buNone/>
            </a:pPr>
            <a:r>
              <a:rPr lang="en-US" altLang="en-US" sz="7200"/>
              <a:t>"The movie was average." Result: Neutral ➖</a:t>
            </a:r>
            <a:endParaRPr lang="en-US" altLang="en-US" sz="7200"/>
          </a:p>
          <a:p>
            <a:pPr marL="0" indent="0">
              <a:buNone/>
            </a:pPr>
            <a:r>
              <a:rPr lang="en-US" altLang="en-US" sz="6665" b="1"/>
              <a:t>Benefits</a:t>
            </a:r>
            <a:endParaRPr lang="en-US" altLang="en-US" sz="6665" b="1"/>
          </a:p>
          <a:p>
            <a:r>
              <a:rPr lang="en-US" altLang="en-US" sz="7200"/>
              <a:t>Helps viewers choose good movies.</a:t>
            </a:r>
            <a:endParaRPr lang="en-US" altLang="en-US" sz="7200"/>
          </a:p>
          <a:p>
            <a:r>
              <a:rPr lang="en-US" altLang="en-US" sz="7200"/>
              <a:t>Helps filmmakers improve future movies.</a:t>
            </a:r>
            <a:endParaRPr lang="en-US" altLang="en-US" sz="7200"/>
          </a:p>
          <a:p>
            <a:r>
              <a:rPr lang="en-US" altLang="en-US" sz="7200"/>
              <a:t>Gives quick summaries of audience opinions.</a:t>
            </a:r>
            <a:endParaRPr lang="en-US" altLang="en-US" sz="7200"/>
          </a:p>
          <a:p>
            <a:r>
              <a:rPr lang="en-US" altLang="en-US" sz="7200"/>
              <a:t>Used by Netflix, Amazon Prime, IMDb, and YouTube.</a:t>
            </a:r>
            <a:endParaRPr lang="en-US" altLang="en-US" sz="7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909955"/>
            <a:ext cx="8183880" cy="421576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en-US" altLang="en-US" sz="2665" b="1"/>
              <a:t>Conclusion</a:t>
            </a:r>
            <a:endParaRPr lang="en-US" altLang="en-US" sz="2665" b="1"/>
          </a:p>
          <a:p>
            <a:pPr marL="0" indent="0" algn="ctr">
              <a:buNone/>
            </a:pPr>
            <a:endParaRPr lang="en-US" altLang="en-US"/>
          </a:p>
          <a:p>
            <a:r>
              <a:rPr lang="en-US" altLang="en-US"/>
              <a:t>T</a:t>
            </a:r>
            <a:r>
              <a:rPr lang="en-US" altLang="en-US" sz="2000"/>
              <a:t>ext data includes words, sentences, emails, and reviews.</a:t>
            </a:r>
            <a:endParaRPr lang="en-US" altLang="en-US" sz="2000"/>
          </a:p>
          <a:p>
            <a:r>
              <a:rPr lang="en-US" altLang="en-US" sz="2000"/>
              <a:t>A String is used to store text in computers.</a:t>
            </a:r>
            <a:endParaRPr lang="en-US" altLang="en-US" sz="2000"/>
          </a:p>
          <a:p>
            <a:r>
              <a:rPr lang="en-US" altLang="en-US" sz="2000"/>
              <a:t>Sentiment Analysis identifies positive, negative, or neutral opinions.</a:t>
            </a:r>
            <a:endParaRPr lang="en-US" altLang="en-US" sz="2000"/>
          </a:p>
          <a:p>
            <a:r>
              <a:rPr lang="en-US" altLang="en-US" sz="2000"/>
              <a:t>It is widely used in movie reviews, online shopping, customer feedback, and social media.</a:t>
            </a:r>
            <a:endParaRPr lang="en-US" altLang="en-US" sz="2000"/>
          </a:p>
          <a:p>
            <a:r>
              <a:rPr lang="en-US" altLang="en-US" sz="2000"/>
              <a:t>AI makes sentiment analysis faster and more accurate.</a:t>
            </a:r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5" name="Content Placeholder 4"/>
          <p:cNvSpPr/>
          <p:nvPr>
            <p:ph idx="1"/>
          </p:nvPr>
        </p:nvSpPr>
        <p:spPr>
          <a:xfrm>
            <a:off x="502920" y="2529840"/>
            <a:ext cx="8183880" cy="2188210"/>
          </a:xfrm>
        </p:spPr>
        <p:txBody>
          <a:bodyPr/>
          <a:p>
            <a:pPr marL="0" indent="0" algn="ctr">
              <a:buNone/>
            </a:pPr>
            <a:r>
              <a:rPr lang="en-US" sz="8800" b="1" i="1"/>
              <a:t>THANK YOU</a:t>
            </a:r>
            <a:endParaRPr lang="en-US" sz="8800" b="1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0</TotalTime>
  <Words>2283</Words>
  <Application>WPS Presentation</Application>
  <PresentationFormat>On-screen Show (4:3)</PresentationFormat>
  <Paragraphs>87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Wingdings 2</vt:lpstr>
      <vt:lpstr>Verdana</vt:lpstr>
      <vt:lpstr>Microsoft YaHei</vt:lpstr>
      <vt:lpstr>Arial Unicode MS</vt:lpstr>
      <vt:lpstr>Calibri</vt:lpstr>
      <vt:lpstr>Verdana</vt:lpstr>
      <vt:lpstr>Aspect</vt:lpstr>
      <vt:lpstr>Working with text data Types of data represented as string  Sentiment analysis of movie reviews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text data Types of data represented as string  Sentiment analysis of movie reviews</dc:title>
  <dc:creator>Biya</dc:creator>
  <cp:lastModifiedBy>devil queen</cp:lastModifiedBy>
  <cp:revision>10</cp:revision>
  <dcterms:created xsi:type="dcterms:W3CDTF">2026-08-07T16:01:00Z</dcterms:created>
  <dcterms:modified xsi:type="dcterms:W3CDTF">2026-08-08T13:45:17Z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D1A1391656FB43B692BE4803D96BEFFE_13</vt:lpwstr>
  </property>
</Properties>
</file>