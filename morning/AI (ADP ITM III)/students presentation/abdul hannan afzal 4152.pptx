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arlow" panose="00000500000000000000" pitchFamily="2" charset="0"/>
      <p:regular r:id="rId13"/>
    </p:embeddedFont>
    <p:embeddedFont>
      <p:font typeface="Spline Sans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62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955666" y="2085677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611877" y="704188"/>
            <a:ext cx="6357824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dirty="0">
                <a:solidFill>
                  <a:schemeClr val="bg2"/>
                </a:solidFill>
              </a:rPr>
              <a:t>ARTIFICIAL INTELLIGENCE</a:t>
            </a:r>
            <a:endParaRPr lang="ur-PK" sz="4400" dirty="0">
              <a:solidFill>
                <a:schemeClr val="bg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03429" y="1660206"/>
            <a:ext cx="2420982" cy="61555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400" dirty="0">
                <a:solidFill>
                  <a:schemeClr val="bg2"/>
                </a:solidFill>
              </a:rPr>
              <a:t>TOPIC : NLP</a:t>
            </a:r>
            <a:endParaRPr lang="ur-PK" sz="3400" dirty="0">
              <a:solidFill>
                <a:schemeClr val="bg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88822" y="2528425"/>
            <a:ext cx="463869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SUBMITTED TO : SIR USMAN </a:t>
            </a:r>
            <a:endParaRPr lang="ur-PK" sz="2800" dirty="0">
              <a:solidFill>
                <a:schemeClr val="bg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70957" y="3331726"/>
            <a:ext cx="528610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SUBMITTED BY : ABDUL HANAN AFZAL </a:t>
            </a:r>
            <a:endParaRPr lang="ur-PK" sz="2400" dirty="0">
              <a:solidFill>
                <a:schemeClr val="bg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6EE8B9-5A8E-ABC7-768F-3ADFFF02C810}"/>
              </a:ext>
            </a:extLst>
          </p:cNvPr>
          <p:cNvSpPr/>
          <p:nvPr/>
        </p:nvSpPr>
        <p:spPr>
          <a:xfrm>
            <a:off x="8070274" y="4793672"/>
            <a:ext cx="1004454" cy="2701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489272"/>
            <a:ext cx="4634954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NLP Is (and why it’s hard)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40023" y="1094482"/>
            <a:ext cx="4634954" cy="672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NLP enables computers to understand, generate and interact with human language. Challenges arise from ambiguity (multiple meanings), variation (dialects, slang), and noisy inputs (typos, OCR errors).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23" y="1919660"/>
            <a:ext cx="361652" cy="3616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1190" y="1919660"/>
            <a:ext cx="4103787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Ambiguity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071190" y="2201912"/>
            <a:ext cx="410378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Words and phrases often have more than one interpretation depending on context.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023" y="2921571"/>
            <a:ext cx="361652" cy="3616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71190" y="2921571"/>
            <a:ext cx="4103787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Variation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1071190" y="3203823"/>
            <a:ext cx="410378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Dialects, synonyms and register create diverse surface forms for the same idea.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023" y="3923481"/>
            <a:ext cx="361652" cy="3616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1190" y="3923481"/>
            <a:ext cx="4103787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Noisy Input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1071190" y="4205734"/>
            <a:ext cx="410378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Speech recognition errors, misspellings and corrupted data complicate processing.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269429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NLP system view: input → process → output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0023" y="2358107"/>
            <a:ext cx="4634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Think of NLP as a function f: X → Y where X and/or Y are language. Typical outputs: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0023" y="3025453"/>
            <a:ext cx="4634954" cy="8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Classes — e.g., sentiment, spam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Structured representations — parses, entities, relations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Generated text — translation, summaries, replies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58254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core steps of NLP (the pipeline)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1295474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Preprocessing readies raw text for modelling. Common steps: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0023" y="1715914"/>
            <a:ext cx="2585145" cy="114731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713333" y="1889224"/>
            <a:ext cx="2238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Tokenization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333" y="2196108"/>
            <a:ext cx="223852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Split text into words/subwords for downstream features.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9428" y="1715914"/>
            <a:ext cx="2585145" cy="114731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452738" y="1889224"/>
            <a:ext cx="2238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Normalization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52738" y="2196108"/>
            <a:ext cx="223852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Lowercasing, punctuation handling, Unicode normalisation.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18833" y="1715914"/>
            <a:ext cx="2585145" cy="114731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192143" y="1889224"/>
            <a:ext cx="2238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Lemmatization &amp; Stemming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92143" y="2196108"/>
            <a:ext cx="223852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Reduce inflected forms to their base for better generalisation.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0023" y="3017490"/>
            <a:ext cx="3954810" cy="114731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713333" y="3190801"/>
            <a:ext cx="36081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POS tagging &amp; WSD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333" y="3497684"/>
            <a:ext cx="3608189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Part-of-speech and word-sense disambiguation add linguistic signal.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49093" y="3017490"/>
            <a:ext cx="3954884" cy="114731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822403" y="3190801"/>
            <a:ext cx="36082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Error correction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22403" y="3497684"/>
            <a:ext cx="360826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Spell-check and noisy-channel fixes improve data quality.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0023" y="4338340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These prepare data for classification, extraction, similarity measures, or generation.</a:t>
            </a:r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453A5F-1E4B-EDA8-D34B-51C90F3F5856}"/>
              </a:ext>
            </a:extLst>
          </p:cNvPr>
          <p:cNvSpPr/>
          <p:nvPr/>
        </p:nvSpPr>
        <p:spPr>
          <a:xfrm>
            <a:off x="8042564" y="4876800"/>
            <a:ext cx="1018613" cy="2469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721668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Step-by-step example: sentiment classification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0023" y="1810345"/>
            <a:ext cx="4634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Goal: label a review as positive / neutral / negative. A practical pipeline: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0023" y="2477691"/>
            <a:ext cx="4634954" cy="1944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collection &amp; labelling — gather representative reviews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Preprocessing — tokenise, normalise, handle emoticons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Feature extraction — bag-of-words, embeddings, sentiment lexicons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Modeling — choose classifier or neural model, tune hyperparameters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Evaluation &amp; deployment — accuracy, F1, monitoring drift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721793"/>
            <a:ext cx="2999705" cy="16997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0877" y="1283866"/>
            <a:ext cx="4687788" cy="685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Example tasks you’ll recognise instantly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920877" y="2123777"/>
            <a:ext cx="5144988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Short descriptions of common NLP applications: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0877" y="2509540"/>
            <a:ext cx="4687788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Classification — spam detection, intent, urgency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Retrieval &amp; QA — find passages or generate grounded answers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NER &amp; Coreference — identify people, places and link mentions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Relation extraction — build structured facts and knowledge graphs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Generation — MT, summarisation, conversational agents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B25F8D-B45E-4963-9120-5F2C5C6410B4}"/>
              </a:ext>
            </a:extLst>
          </p:cNvPr>
          <p:cNvSpPr/>
          <p:nvPr/>
        </p:nvSpPr>
        <p:spPr>
          <a:xfrm>
            <a:off x="8042564" y="4821382"/>
            <a:ext cx="1023301" cy="2469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551780"/>
            <a:ext cx="4634954" cy="817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Entities &amp; relationships: turning text into structure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69023" y="1579066"/>
            <a:ext cx="4634954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Systems convert raw mentions into nodes and edges that power search and inference.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9023" y="2196182"/>
            <a:ext cx="1451521" cy="239553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6565" y="2328490"/>
            <a:ext cx="176436" cy="17643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135115" y="2784425"/>
            <a:ext cx="1119336" cy="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Named Entity Recognition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4135115" y="3277046"/>
            <a:ext cx="1119336" cy="918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Detect people, organisations, locations and domain entities.</a:t>
            </a:r>
            <a:endParaRPr lang="en-US" sz="11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0665" y="2196182"/>
            <a:ext cx="1451595" cy="2395537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8208" y="2328490"/>
            <a:ext cx="176436" cy="17643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726757" y="2784425"/>
            <a:ext cx="1119411" cy="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Coreference Resolution</a:t>
            </a:r>
            <a:endParaRPr lang="en-US" sz="1250" dirty="0"/>
          </a:p>
        </p:txBody>
      </p:sp>
      <p:sp>
        <p:nvSpPr>
          <p:cNvPr id="12" name="Text 5"/>
          <p:cNvSpPr/>
          <p:nvPr/>
        </p:nvSpPr>
        <p:spPr>
          <a:xfrm>
            <a:off x="5726757" y="3277046"/>
            <a:ext cx="1119411" cy="918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Cluster mentions that refer to the same real-world entity.</a:t>
            </a:r>
            <a:endParaRPr lang="en-US" sz="11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52382" y="2196182"/>
            <a:ext cx="1451595" cy="2395537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89925" y="2328490"/>
            <a:ext cx="176436" cy="176436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7318474" y="2784425"/>
            <a:ext cx="1119411" cy="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Relation Extraction</a:t>
            </a:r>
            <a:endParaRPr lang="en-US" sz="1250" dirty="0"/>
          </a:p>
        </p:txBody>
      </p:sp>
      <p:sp>
        <p:nvSpPr>
          <p:cNvPr id="16" name="Text 7"/>
          <p:cNvSpPr/>
          <p:nvPr/>
        </p:nvSpPr>
        <p:spPr>
          <a:xfrm>
            <a:off x="7318474" y="3277046"/>
            <a:ext cx="1119411" cy="114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Identify facts and build knowledge graphs for downstream queries.</a:t>
            </a:r>
            <a:endParaRPr lang="en-US" sz="11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A11B56-DD79-BBD0-1F51-F1A434573B92}"/>
              </a:ext>
            </a:extLst>
          </p:cNvPr>
          <p:cNvSpPr/>
          <p:nvPr/>
        </p:nvSpPr>
        <p:spPr>
          <a:xfrm>
            <a:off x="8056418" y="4871218"/>
            <a:ext cx="1039091" cy="213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462409"/>
            <a:ext cx="4634954" cy="817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Text generation: translation to summarisation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69023" y="1489695"/>
            <a:ext cx="4634954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Generation relies on learned representations that model sequences and context.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69023" y="2184946"/>
            <a:ext cx="73521" cy="73521"/>
          </a:xfrm>
          <a:prstGeom prst="ellipse">
            <a:avLst/>
          </a:prstGeom>
          <a:solidFill>
            <a:srgbClr val="16FFB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4182666" y="2106811"/>
            <a:ext cx="4421312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Machine Translation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182666" y="2395165"/>
            <a:ext cx="4421312" cy="229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Map sentences between languages preserving meaning and fluency.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969023" y="2983334"/>
            <a:ext cx="73521" cy="73521"/>
          </a:xfrm>
          <a:prstGeom prst="ellipse">
            <a:avLst/>
          </a:prstGeom>
          <a:solidFill>
            <a:srgbClr val="29DDD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4182666" y="2905199"/>
            <a:ext cx="4421312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Summarisation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182666" y="3193554"/>
            <a:ext cx="4421312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Condense documents (extractive or abstractive) while keeping key points.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69023" y="4011439"/>
            <a:ext cx="73521" cy="73521"/>
          </a:xfrm>
          <a:prstGeom prst="ellipse">
            <a:avLst/>
          </a:prstGeom>
          <a:solidFill>
            <a:srgbClr val="37A7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4182666" y="3933304"/>
            <a:ext cx="4421312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Dialogue &amp; Completion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182666" y="4221659"/>
            <a:ext cx="4421312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Produce coherent replies and continue text in conversational settings.</a:t>
            </a:r>
            <a:endParaRPr lang="en-US" sz="11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90D298-EFF1-9811-CF5E-692FA8A1E424}"/>
              </a:ext>
            </a:extLst>
          </p:cNvPr>
          <p:cNvSpPr/>
          <p:nvPr/>
        </p:nvSpPr>
        <p:spPr>
          <a:xfrm>
            <a:off x="8042564" y="4841048"/>
            <a:ext cx="1052945" cy="2297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628278"/>
            <a:ext cx="3852565" cy="21830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6175" y="807393"/>
            <a:ext cx="3852565" cy="653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Image processing: pipelines that mirror NLP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4756175" y="1601167"/>
            <a:ext cx="3852565" cy="1044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950"/>
              </a:spcAft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Vision pipelines follow a parallel structure: acquire → represent → transform → interpret.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Multimodal tasks (e.g., image captioning) connect image representations to language models for joint understanding.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23" y="3126730"/>
            <a:ext cx="367680" cy="367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2873" y="3126730"/>
            <a:ext cx="3401541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Acquire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082873" y="3415085"/>
            <a:ext cx="3401541" cy="229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Capture images or video (sensors, sampling, formats).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9585" y="3126730"/>
            <a:ext cx="367680" cy="3676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02436" y="3126730"/>
            <a:ext cx="3401541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Represent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202436" y="3415085"/>
            <a:ext cx="3401541" cy="229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Pixel arrays, feature maps, and learned embeddings.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023" y="3925119"/>
            <a:ext cx="367680" cy="3676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82873" y="3925119"/>
            <a:ext cx="3401541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Transform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1082873" y="4213473"/>
            <a:ext cx="3401541" cy="229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Filtering, augmentation, detection and segmentation.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9585" y="3925119"/>
            <a:ext cx="367680" cy="3676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02436" y="3925119"/>
            <a:ext cx="3401541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Interpret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5202436" y="4213473"/>
            <a:ext cx="3401541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Classification, captioning, object relations, multimodal reasoning.</a:t>
            </a:r>
            <a:endParaRPr lang="en-US" sz="11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F3E935-83DD-C064-09FC-B9B0368BB527}"/>
              </a:ext>
            </a:extLst>
          </p:cNvPr>
          <p:cNvSpPr/>
          <p:nvPr/>
        </p:nvSpPr>
        <p:spPr>
          <a:xfrm>
            <a:off x="8035636" y="4807527"/>
            <a:ext cx="1018309" cy="2840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594568"/>
            <a:ext cx="4634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 &amp; Next steps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69023" y="1254621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unifying idea: whether text or images, systems convert messy inputs into structured representations that support decisions and applications. Recommended next steps: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69023" y="2168872"/>
            <a:ext cx="4634954" cy="134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Choose one concrete task (sentiment, NER, summarisation, or captioning)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Map the end-to-end pipeline: data → preprocess → model → evaluate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Prototype quickly and monitor performance in real data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969023" y="3684836"/>
            <a:ext cx="4634954" cy="864022"/>
          </a:xfrm>
          <a:prstGeom prst="roundRect">
            <a:avLst>
              <a:gd name="adj" fmla="val 26788"/>
            </a:avLst>
          </a:prstGeom>
          <a:solidFill>
            <a:srgbClr val="00805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283" y="3904580"/>
            <a:ext cx="192881" cy="1542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0425" y="3877642"/>
            <a:ext cx="397929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CLO2: Understand core pipelines. CLO5: Apply pipelines to a specific task end-to-end.</a:t>
            </a:r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BA6743-3A83-B5D5-0744-28B43E2E662D}"/>
              </a:ext>
            </a:extLst>
          </p:cNvPr>
          <p:cNvSpPr/>
          <p:nvPr/>
        </p:nvSpPr>
        <p:spPr>
          <a:xfrm>
            <a:off x="8001000" y="4883727"/>
            <a:ext cx="1094509" cy="19396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661</Words>
  <Application>Microsoft Office PowerPoint</Application>
  <PresentationFormat>On-screen Show (16:9)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Barlow</vt:lpstr>
      <vt:lpstr>Arial</vt:lpstr>
      <vt:lpstr>Spline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Hanan Afzal</dc:creator>
  <cp:lastModifiedBy>mubashir ali</cp:lastModifiedBy>
  <cp:revision>4</cp:revision>
  <dcterms:created xsi:type="dcterms:W3CDTF">2026-08-09T20:06:08Z</dcterms:created>
  <dcterms:modified xsi:type="dcterms:W3CDTF">2026-08-12T06:47:25Z</dcterms:modified>
</cp:coreProperties>
</file>