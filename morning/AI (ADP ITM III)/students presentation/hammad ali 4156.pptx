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8713"/>
            <a:ext cx="206538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15367"/>
            <a:ext cx="24481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214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Artificial Agents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95574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to: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Sir Usman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Hammad Ali (4156)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Artificial Intelligence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48793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84403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Topics Covered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422775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Artificial Agents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of an Agent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 Agent Should Act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Rationality and Omniscience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 of Agent Programs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4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an Artificial Agent?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69109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artificial agent is a computer system that can observe its environment, understand the situation, make decisions, and take actions to achieve a goal.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robot vacuum cleaner perceives dirt and obstacles, decides where to move next, and acts by cleaning the floor.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20161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469309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43785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perceives, thinks, and acts.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9119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Does an Agent Work?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330325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generally follows these steps: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81" y="1761133"/>
            <a:ext cx="4399349" cy="26110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2176" y="3766528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293996" y="3766528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Decide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893346" y="3766528"/>
            <a:ext cx="1093556" cy="21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Perceive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4544417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example, a self-driving car: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1475" y="4975225"/>
            <a:ext cx="6296860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Perceive: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roads, cars, and traffic lights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Decide: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Determines what action is needed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Turns, stops, or moves forward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1475" y="6030317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point: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agent continuously interacts with its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7092"/>
            <a:ext cx="6296860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of an Agent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197670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basic structure of an agent consists of three main components: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549102"/>
            <a:ext cx="629686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Sensors</a:t>
            </a:r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Used to receive information from the environment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Program</a:t>
            </a:r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Processes information and decides what to do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Actuators</a:t>
            </a:r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Perform the selected action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417465"/>
            <a:ext cx="6296860" cy="3542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3360" y="6094413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Robot → Camera → AI Program → Motors → Movement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6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Should an Agent Act?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073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should choose an action that helps it achieve its goal.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457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041650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18690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 the environment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347359" y="27457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3041650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3186906"/>
            <a:ext cx="3496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available information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033244" y="27457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3041650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8033244" y="318690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Consider possible actions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41081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404023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54927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the best action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190301" y="41081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404023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301" y="454927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from results when possible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1988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navigation app selects a route that helps you reach your destination efficiently.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029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Rationality?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17365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Rationality means choosing the best possible action based on the available information.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89348"/>
            <a:ext cx="5349047" cy="1219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1312" y="221257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6356" y="2823964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Tries to achieve its goals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2089348"/>
            <a:ext cx="5349146" cy="1219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21011" y="221257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385956" y="2823964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available information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79899"/>
            <a:ext cx="5349047" cy="1219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1312" y="360312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866356" y="4214515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Considers possible results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074" y="3479899"/>
            <a:ext cx="5349146" cy="1219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21011" y="360312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385956" y="4214515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Chooses an appropriate action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61475" y="4891782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it starts raining, a rational agent may suggest taking an umbrella.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61475" y="5363766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DADBF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957" y="5606256"/>
            <a:ext cx="224427" cy="1794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44867" y="5579170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 Rational does not always mean perfect. The agent can make mistakes because it may have limited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Rationality vs. Omniscience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49020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navigation system may choose the best route using current traffic data. But it cannot know with complete certainty that an unexpected road closure will happen 10 minutes later.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Therefore: A rational agent does not need to be omniscient.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9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 of Agent Programs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26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are four main types of agent programs: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27697"/>
            <a:ext cx="5339820" cy="1291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89605" y="265618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30914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Reflex Agent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527697"/>
            <a:ext cx="5339919" cy="12911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65618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330914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Model-Based Reflex Agent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2911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Goal-Based Agent</a:t>
            </a:r>
            <a:endParaRPr lang="en-US" sz="1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2911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Utility-Based Agent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1475" y="55116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agents differ in how they make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2754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 Explained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20521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1427063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53600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Reflex Agent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1821160"/>
            <a:ext cx="6296860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according to the current situation.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 door opens when it detects a person.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1475" y="249426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2716113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82505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Model-Based Agent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1475" y="3110210"/>
            <a:ext cx="6296860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information about the current and previous situations.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robot remembers obstacles it has already detected.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378331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1475" y="4005163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11410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Goal-Based Agent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1475" y="4399260"/>
            <a:ext cx="6296860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Chooses actions to achieve a specific goal.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GPS finding a route to a destination.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1475" y="507236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294213"/>
            <a:ext cx="6296860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40315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Utility-Based Agent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61475" y="5688310"/>
            <a:ext cx="6296860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Chooses the action that provides the best overall result.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GPS choosing a route that is fast and has less traffic.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5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09616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Takeaways: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172660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8193" y="1780282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agents are important parts of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388096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8193" y="2441773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observe their environment and take 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04958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8193" y="3103265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collect information and actuators perform actions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1107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8193" y="3764756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rational agent chooses the best possible action based on available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37257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8193" y="4426248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Rationality is different from omniscience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503406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8193" y="5087739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agent programs are used for different situations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5623123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50" b="1" spc="-13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2026-08-10T07:10:57Z</dcterms:created>
  <dcterms:modified xsi:type="dcterms:W3CDTF">2026-08-10T07:10:57Z</dcterms:modified>
</cp:coreProperties>
</file>