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33955598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 id="280" r:id="rId26"/>
    <p:sldId id="282" r:id="rId27"/>
    <p:sldId id="283" r:id="rId28"/>
    <p:sldId id="329" r:id="rId29"/>
    <p:sldId id="330" r:id="rId30"/>
    <p:sldId id="284" r:id="rId31"/>
    <p:sldId id="285" r:id="rId32"/>
    <p:sldId id="286" r:id="rId33"/>
    <p:sldId id="287" r:id="rId34"/>
    <p:sldId id="288" r:id="rId35"/>
    <p:sldId id="331" r:id="rId36"/>
    <p:sldId id="332" r:id="rId37"/>
    <p:sldId id="333" r:id="rId38"/>
    <p:sldId id="334" r:id="rId39"/>
    <p:sldId id="297" r:id="rId40"/>
    <p:sldId id="298" r:id="rId41"/>
    <p:sldId id="299" r:id="rId42"/>
    <p:sldId id="307" r:id="rId43"/>
    <p:sldId id="308" r:id="rId44"/>
    <p:sldId id="309" r:id="rId45"/>
    <p:sldId id="310" r:id="rId46"/>
    <p:sldId id="311" r:id="rId47"/>
    <p:sldId id="312" r:id="rId48"/>
    <p:sldId id="313" r:id="rId49"/>
    <p:sldId id="315" r:id="rId50"/>
    <p:sldId id="316" r:id="rId51"/>
    <p:sldId id="317" r:id="rId52"/>
    <p:sldId id="322" r:id="rId53"/>
  </p:sldIdLst>
  <p:sldSz cx="9753600" cy="73152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3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23964" y="1038579"/>
            <a:ext cx="7009130" cy="754095"/>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idx="1"/>
          </p:nvPr>
        </p:nvSpPr>
        <p:spPr>
          <a:xfrm>
            <a:off x="923964" y="2777067"/>
            <a:ext cx="7060527" cy="36440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522484" y="6817961"/>
            <a:ext cx="792479" cy="325119"/>
          </a:xfrm>
          <a:prstGeom prst="rect">
            <a:avLst/>
          </a:prstGeom>
        </p:spPr>
        <p:txBody>
          <a:bodyPr/>
          <a:lstStyle/>
          <a:p>
            <a:fld id="{4795A36B-478C-4EA1-A124-193C502ED324}" type="datetimeFigureOut">
              <a:rPr lang="en-US" smtClean="0"/>
              <a:t>09-Jun-22</a:t>
            </a:fld>
            <a:endParaRPr lang="en-US"/>
          </a:p>
        </p:txBody>
      </p:sp>
      <p:sp>
        <p:nvSpPr>
          <p:cNvPr id="5" name="Footer Placeholder 4"/>
          <p:cNvSpPr>
            <a:spLocks noGrp="1"/>
          </p:cNvSpPr>
          <p:nvPr>
            <p:ph type="ftr" sz="quarter" idx="11"/>
          </p:nvPr>
        </p:nvSpPr>
        <p:spPr>
          <a:xfrm>
            <a:off x="448888" y="6817961"/>
            <a:ext cx="3087836" cy="325121"/>
          </a:xfrm>
          <a:prstGeom prst="rect">
            <a:avLst/>
          </a:prstGeom>
        </p:spPr>
        <p:txBody>
          <a:bodyPr/>
          <a:lstStyle/>
          <a:p>
            <a:endParaRPr lang="en-US"/>
          </a:p>
        </p:txBody>
      </p:sp>
      <p:sp>
        <p:nvSpPr>
          <p:cNvPr id="6" name="Slide Number Placeholder 5"/>
          <p:cNvSpPr>
            <a:spLocks noGrp="1"/>
          </p:cNvSpPr>
          <p:nvPr>
            <p:ph type="sldNum" sz="quarter" idx="12"/>
          </p:nvPr>
        </p:nvSpPr>
        <p:spPr>
          <a:xfrm>
            <a:off x="8282033" y="315445"/>
            <a:ext cx="670559" cy="818866"/>
          </a:xfrm>
          <a:prstGeom prst="rect">
            <a:avLst/>
          </a:prstGeom>
        </p:spPr>
        <p:txBody>
          <a:bodyPr/>
          <a:lstStyle/>
          <a:p>
            <a:fld id="{B59C484B-6DF7-44E2-891B-7902646534C3}" type="slidenum">
              <a:rPr lang="en-US" smtClean="0"/>
              <a:t>‹#›</a:t>
            </a:fld>
            <a:endParaRPr lang="en-US"/>
          </a:p>
        </p:txBody>
      </p:sp>
    </p:spTree>
    <p:extLst>
      <p:ext uri="{BB962C8B-B14F-4D97-AF65-F5344CB8AC3E}">
        <p14:creationId xmlns:p14="http://schemas.microsoft.com/office/powerpoint/2010/main" val="193701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694" y="0"/>
            <a:ext cx="9755294" cy="7318185"/>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924203" y="2374937"/>
            <a:ext cx="6312191" cy="2720935"/>
          </a:xfrm>
        </p:spPr>
        <p:txBody>
          <a:bodyPr anchor="b"/>
          <a:lstStyle>
            <a:lvl1pPr>
              <a:defRPr sz="5120"/>
            </a:lvl1pPr>
          </a:lstStyle>
          <a:p>
            <a:r>
              <a:rPr lang="en-US" smtClean="0"/>
              <a:t>Click to edit Master title style</a:t>
            </a:r>
            <a:endParaRPr lang="en-US" dirty="0"/>
          </a:p>
        </p:txBody>
      </p:sp>
      <p:sp>
        <p:nvSpPr>
          <p:cNvPr id="3" name="Subtitle 2"/>
          <p:cNvSpPr>
            <a:spLocks noGrp="1"/>
          </p:cNvSpPr>
          <p:nvPr>
            <p:ph type="subTitle" idx="1"/>
          </p:nvPr>
        </p:nvSpPr>
        <p:spPr>
          <a:xfrm>
            <a:off x="924203" y="5095872"/>
            <a:ext cx="6312191" cy="918848"/>
          </a:xfrm>
        </p:spPr>
        <p:txBody>
          <a:bodyPr anchor="t"/>
          <a:lstStyle>
            <a:lvl1pPr marL="0" indent="0" algn="l">
              <a:buNone/>
              <a:defRPr cap="all">
                <a:solidFill>
                  <a:schemeClr val="accent1">
                    <a:lumMod val="60000"/>
                    <a:lumOff val="40000"/>
                  </a:schemeClr>
                </a:solidFill>
              </a:defRPr>
            </a:lvl1pPr>
            <a:lvl2pPr marL="487695" indent="0" algn="ctr">
              <a:buNone/>
              <a:defRPr>
                <a:solidFill>
                  <a:schemeClr val="tx1">
                    <a:tint val="75000"/>
                  </a:schemeClr>
                </a:solidFill>
              </a:defRPr>
            </a:lvl2pPr>
            <a:lvl3pPr marL="975390" indent="0" algn="ctr">
              <a:buNone/>
              <a:defRPr>
                <a:solidFill>
                  <a:schemeClr val="tx1">
                    <a:tint val="75000"/>
                  </a:schemeClr>
                </a:solidFill>
              </a:defRPr>
            </a:lvl3pPr>
            <a:lvl4pPr marL="1463086" indent="0" algn="ctr">
              <a:buNone/>
              <a:defRPr>
                <a:solidFill>
                  <a:schemeClr val="tx1">
                    <a:tint val="75000"/>
                  </a:schemeClr>
                </a:solidFill>
              </a:defRPr>
            </a:lvl4pPr>
            <a:lvl5pPr marL="1950781" indent="0" algn="ctr">
              <a:buNone/>
              <a:defRPr>
                <a:solidFill>
                  <a:schemeClr val="tx1">
                    <a:tint val="75000"/>
                  </a:schemeClr>
                </a:solidFill>
              </a:defRPr>
            </a:lvl5pPr>
            <a:lvl6pPr marL="2438476" indent="0" algn="ctr">
              <a:buNone/>
              <a:defRPr>
                <a:solidFill>
                  <a:schemeClr val="tx1">
                    <a:tint val="75000"/>
                  </a:schemeClr>
                </a:solidFill>
              </a:defRPr>
            </a:lvl6pPr>
            <a:lvl7pPr marL="2926171" indent="0" algn="ctr">
              <a:buNone/>
              <a:defRPr>
                <a:solidFill>
                  <a:schemeClr val="tx1">
                    <a:tint val="75000"/>
                  </a:schemeClr>
                </a:solidFill>
              </a:defRPr>
            </a:lvl7pPr>
            <a:lvl8pPr marL="3413867" indent="0" algn="ctr">
              <a:buNone/>
              <a:defRPr>
                <a:solidFill>
                  <a:schemeClr val="tx1">
                    <a:tint val="75000"/>
                  </a:schemeClr>
                </a:solidFill>
              </a:defRPr>
            </a:lvl8pPr>
            <a:lvl9pPr marL="3901562"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997953" y="1950721"/>
            <a:ext cx="1056639" cy="243903"/>
          </a:xfrm>
        </p:spPr>
        <p:txBody>
          <a:bodyPr anchor="t"/>
          <a:lstStyle>
            <a:lvl1pPr algn="l">
              <a:defRPr b="0" i="0">
                <a:solidFill>
                  <a:schemeClr val="bg1">
                    <a:alpha val="60000"/>
                  </a:schemeClr>
                </a:solidFill>
              </a:defRPr>
            </a:lvl1pPr>
          </a:lstStyle>
          <a:p>
            <a:fld id="{AF8DD645-B9B4-46EE-B031-35C24A448A04}" type="datetimeFigureOut">
              <a:rPr lang="en-US" dirty="0"/>
              <a:t>09-Jun-22</a:t>
            </a:fld>
            <a:endParaRPr lang="en-US" dirty="0"/>
          </a:p>
        </p:txBody>
      </p:sp>
      <p:sp>
        <p:nvSpPr>
          <p:cNvPr id="5" name="Footer Placeholder 4"/>
          <p:cNvSpPr>
            <a:spLocks noGrp="1"/>
          </p:cNvSpPr>
          <p:nvPr>
            <p:ph type="ftr" sz="quarter" idx="11"/>
          </p:nvPr>
        </p:nvSpPr>
        <p:spPr bwMode="gray">
          <a:xfrm rot="5400000">
            <a:off x="6651956" y="3482035"/>
            <a:ext cx="4117115" cy="243904"/>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8190524" y="315446"/>
            <a:ext cx="844062" cy="818866"/>
          </a:xfrm>
          <a:prstGeom prst="rect">
            <a:avLst/>
          </a:prstGeom>
        </p:spPr>
        <p:txBody>
          <a:bodyPr anchor="b"/>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51015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23702" y="988905"/>
            <a:ext cx="6766583" cy="757189"/>
          </a:xfrm>
        </p:spPr>
        <p:txBody>
          <a:bodyPr anchor="ctr"/>
          <a:lstStyle>
            <a:lvl1pPr>
              <a:defRPr sz="3413"/>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95A36B-478C-4EA1-A124-193C502ED324}" type="datetimeFigureOut">
              <a:rPr lang="en-US" smtClean="0"/>
              <a:t>09-Jun-22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90524" y="315446"/>
            <a:ext cx="844062" cy="818866"/>
          </a:xfrm>
          <a:prstGeom prst="rect">
            <a:avLst/>
          </a:prstGeom>
        </p:spPr>
        <p:txBody>
          <a:bodyPr anchor="b"/>
          <a:lstStyle>
            <a:lvl1pPr algn="ctr">
              <a:defRPr sz="2987"/>
            </a:lvl1pPr>
          </a:lstStyle>
          <a:p>
            <a:fld id="{B59C484B-6DF7-44E2-891B-7902646534C3}" type="slidenum">
              <a:rPr lang="en-US" smtClean="0"/>
              <a:t>‹#›</a:t>
            </a:fld>
            <a:endParaRPr lang="en-US"/>
          </a:p>
        </p:txBody>
      </p:sp>
    </p:spTree>
    <p:extLst>
      <p:ext uri="{BB962C8B-B14F-4D97-AF65-F5344CB8AC3E}">
        <p14:creationId xmlns:p14="http://schemas.microsoft.com/office/powerpoint/2010/main" val="495538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694" y="0"/>
            <a:ext cx="9755294" cy="7318185"/>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936036" y="2408094"/>
            <a:ext cx="3296717" cy="3221700"/>
          </a:xfrm>
        </p:spPr>
        <p:txBody>
          <a:bodyPr anchor="ctr"/>
          <a:lstStyle>
            <a:lvl1pPr algn="l">
              <a:defRPr sz="3413"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460545" y="2408094"/>
            <a:ext cx="3288017" cy="3221700"/>
          </a:xfrm>
        </p:spPr>
        <p:txBody>
          <a:bodyPr anchor="ctr"/>
          <a:lstStyle>
            <a:lvl1pPr marL="0" indent="0" algn="l">
              <a:buNone/>
              <a:defRPr sz="2133" cap="all">
                <a:solidFill>
                  <a:schemeClr val="accent1">
                    <a:lumMod val="60000"/>
                    <a:lumOff val="4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2434F47-3A99-4701-A7D9-FE6C4D9DA92E}" type="datetimeFigureOut">
              <a:rPr lang="en-US" dirty="0"/>
              <a:t>09-Jun-22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8" name="Rectangle 7"/>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190524" y="315446"/>
            <a:ext cx="844062" cy="818866"/>
          </a:xfrm>
          <a:prstGeom prst="rect">
            <a:avLst/>
          </a:prstGeom>
        </p:spPr>
        <p:txBody>
          <a:bodyPr anchor="b"/>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94465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924203" y="2655147"/>
            <a:ext cx="3879445" cy="376597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49953" y="2655150"/>
            <a:ext cx="3879445" cy="376597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9E62588-EC5C-453B-A942-AA1C7EFEEF33}" type="datetimeFigureOut">
              <a:rPr lang="en-US" dirty="0"/>
              <a:t>09-Jun-22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a:xfrm>
            <a:off x="8190524" y="315446"/>
            <a:ext cx="844062" cy="818866"/>
          </a:xfrm>
          <a:prstGeom prst="rect">
            <a:avLst/>
          </a:prstGeom>
        </p:spPr>
        <p:txBody>
          <a:bodyPr anchor="b"/>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40114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27913" y="2655147"/>
            <a:ext cx="3875735" cy="809909"/>
          </a:xfrm>
        </p:spPr>
        <p:txBody>
          <a:bodyPr anchor="b">
            <a:noAutofit/>
          </a:bodyPr>
          <a:lstStyle>
            <a:lvl1pPr marL="0" indent="0">
              <a:buNone/>
              <a:defRPr sz="2560"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4" name="Content Placeholder 3"/>
          <p:cNvSpPr>
            <a:spLocks noGrp="1"/>
          </p:cNvSpPr>
          <p:nvPr>
            <p:ph sz="half" idx="2"/>
          </p:nvPr>
        </p:nvSpPr>
        <p:spPr>
          <a:xfrm>
            <a:off x="924203" y="3465057"/>
            <a:ext cx="3879445" cy="2956065"/>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949954" y="2655147"/>
            <a:ext cx="3879444" cy="807077"/>
          </a:xfrm>
        </p:spPr>
        <p:txBody>
          <a:bodyPr anchor="b">
            <a:noAutofit/>
          </a:bodyPr>
          <a:lstStyle>
            <a:lvl1pPr marL="0" indent="0">
              <a:buNone/>
              <a:defRPr sz="2560"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6" name="Content Placeholder 5"/>
          <p:cNvSpPr>
            <a:spLocks noGrp="1"/>
          </p:cNvSpPr>
          <p:nvPr>
            <p:ph sz="quarter" idx="4"/>
          </p:nvPr>
        </p:nvSpPr>
        <p:spPr>
          <a:xfrm>
            <a:off x="4949953" y="3462225"/>
            <a:ext cx="3879445" cy="295889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2D5D575-BDA5-4AAF-81DC-5D38C213A391}" type="datetimeFigureOut">
              <a:rPr lang="en-US" dirty="0"/>
              <a:t>09-Jun-22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a:xfrm>
            <a:off x="8190524" y="315446"/>
            <a:ext cx="844062" cy="818866"/>
          </a:xfrm>
          <a:prstGeom prst="rect">
            <a:avLst/>
          </a:prstGeom>
        </p:spPr>
        <p:txBody>
          <a:bodyPr anchor="b"/>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84353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F9C5B0-21BA-48EA-B067-5E37072B4F18}" type="datetimeFigureOut">
              <a:rPr lang="en-US" dirty="0"/>
              <a:t>09-Jun-22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a:xfrm>
            <a:off x="8190524" y="315446"/>
            <a:ext cx="844062" cy="818866"/>
          </a:xfrm>
          <a:prstGeom prst="rect">
            <a:avLst/>
          </a:prstGeom>
        </p:spPr>
        <p:txBody>
          <a:bodyPr anchor="b"/>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8938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9CB959AD-49F4-478E-A013-BE606CDD1B41}" type="datetimeFigureOut">
              <a:rPr lang="en-US" dirty="0"/>
              <a:t>09-Jun-22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62865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694" y="0"/>
            <a:ext cx="9755294" cy="7318185"/>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924203" y="1544320"/>
            <a:ext cx="2893429" cy="1595294"/>
          </a:xfrm>
        </p:spPr>
        <p:txBody>
          <a:bodyPr anchor="b"/>
          <a:lstStyle>
            <a:lvl1pPr algn="l">
              <a:defRPr sz="2560" b="0"/>
            </a:lvl1pPr>
          </a:lstStyle>
          <a:p>
            <a:r>
              <a:rPr lang="en-US" smtClean="0"/>
              <a:t>Click to edit Master title style</a:t>
            </a:r>
            <a:endParaRPr lang="en-US" dirty="0"/>
          </a:p>
        </p:txBody>
      </p:sp>
      <p:sp>
        <p:nvSpPr>
          <p:cNvPr id="3" name="Content Placeholder 2"/>
          <p:cNvSpPr>
            <a:spLocks noGrp="1"/>
          </p:cNvSpPr>
          <p:nvPr>
            <p:ph idx="1"/>
          </p:nvPr>
        </p:nvSpPr>
        <p:spPr>
          <a:xfrm>
            <a:off x="4873522" y="1544320"/>
            <a:ext cx="3875040" cy="48768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924204" y="3292635"/>
            <a:ext cx="2893428" cy="3129281"/>
          </a:xfrm>
        </p:spPr>
        <p:txBody>
          <a:bodyPr/>
          <a:lstStyle>
            <a:lvl1pPr marL="0" indent="0">
              <a:buNone/>
              <a:defRPr sz="1493">
                <a:solidFill>
                  <a:schemeClr val="accent1">
                    <a:lumMod val="60000"/>
                    <a:lumOff val="40000"/>
                  </a:schemeClr>
                </a:solidFill>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55E8D2-BCEE-4D3D-AE6D-93BD204BAD0C}" type="datetimeFigureOut">
              <a:rPr lang="en-US" dirty="0"/>
              <a:t>09-Jun-22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9" name="Rectangle 8"/>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07342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694" y="0"/>
            <a:ext cx="9755294" cy="7318185"/>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924203" y="1473483"/>
            <a:ext cx="3186228" cy="1679795"/>
          </a:xfrm>
        </p:spPr>
        <p:txBody>
          <a:bodyPr anchor="b">
            <a:normAutofit/>
          </a:bodyPr>
          <a:lstStyle>
            <a:lvl1pPr algn="l">
              <a:defRPr sz="256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37770" y="1408854"/>
            <a:ext cx="2977175" cy="449749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smtClean="0"/>
              <a:t>Click icon to add picture</a:t>
            </a:r>
            <a:endParaRPr lang="en-US" dirty="0"/>
          </a:p>
        </p:txBody>
      </p:sp>
      <p:sp>
        <p:nvSpPr>
          <p:cNvPr id="4" name="Text Placeholder 3"/>
          <p:cNvSpPr>
            <a:spLocks noGrp="1"/>
          </p:cNvSpPr>
          <p:nvPr>
            <p:ph type="body" sz="half" idx="2"/>
          </p:nvPr>
        </p:nvSpPr>
        <p:spPr>
          <a:xfrm>
            <a:off x="924203" y="3291840"/>
            <a:ext cx="3186228" cy="2614507"/>
          </a:xfrm>
        </p:spPr>
        <p:txBody>
          <a:bodyPr>
            <a:normAutofit/>
          </a:bodyPr>
          <a:lstStyle>
            <a:lvl1pPr marL="0" indent="0">
              <a:buNone/>
              <a:defRPr sz="1493">
                <a:solidFill>
                  <a:schemeClr val="accent1">
                    <a:lumMod val="60000"/>
                    <a:lumOff val="40000"/>
                  </a:schemeClr>
                </a:solidFill>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BF110E-D48F-4A61-BE6D-11D38A61FE05}" type="datetimeFigureOut">
              <a:rPr lang="en-US" dirty="0"/>
              <a:t>09-Jun-22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0" name="Rectangle 9"/>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97501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694" y="0"/>
            <a:ext cx="9755294" cy="7318185"/>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924204" y="5292217"/>
            <a:ext cx="6850138" cy="604521"/>
          </a:xfrm>
        </p:spPr>
        <p:txBody>
          <a:bodyPr anchor="b">
            <a:normAutofit/>
          </a:bodyPr>
          <a:lstStyle>
            <a:lvl1pPr algn="l">
              <a:defRPr sz="256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24204" y="731520"/>
            <a:ext cx="6850138" cy="36576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924202" y="5896738"/>
            <a:ext cx="6850138" cy="526626"/>
          </a:xfrm>
        </p:spPr>
        <p:txBody>
          <a:bodyPr>
            <a:normAutofit/>
          </a:bodyPr>
          <a:lstStyle>
            <a:lvl1pPr marL="0" indent="0">
              <a:buNone/>
              <a:defRPr sz="1280">
                <a:solidFill>
                  <a:schemeClr val="accent1">
                    <a:lumMod val="60000"/>
                    <a:lumOff val="40000"/>
                  </a:schemeClr>
                </a:solidFill>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59E700-EF95-463F-B75A-2CDEC15C5A37}" type="datetimeFigureOut">
              <a:rPr lang="en-US" dirty="0"/>
              <a:t>09-Jun-22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0" name="Rectangle 9"/>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92899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694" y="0"/>
            <a:ext cx="9755294" cy="7318185"/>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924203" y="988907"/>
            <a:ext cx="6850139" cy="1805568"/>
          </a:xfrm>
        </p:spPr>
        <p:txBody>
          <a:bodyPr/>
          <a:lstStyle>
            <a:lvl1pPr>
              <a:defRPr sz="3840"/>
            </a:lvl1pPr>
          </a:lstStyle>
          <a:p>
            <a:r>
              <a:rPr lang="en-US" smtClean="0"/>
              <a:t>Click to edit Master title style</a:t>
            </a:r>
            <a:endParaRPr lang="en-US" dirty="0"/>
          </a:p>
        </p:txBody>
      </p:sp>
      <p:sp>
        <p:nvSpPr>
          <p:cNvPr id="13" name="Text Placeholder 3"/>
          <p:cNvSpPr>
            <a:spLocks noGrp="1"/>
          </p:cNvSpPr>
          <p:nvPr>
            <p:ph type="body" sz="half" idx="2"/>
          </p:nvPr>
        </p:nvSpPr>
        <p:spPr>
          <a:xfrm>
            <a:off x="924203" y="3720558"/>
            <a:ext cx="6850139" cy="2705981"/>
          </a:xfrm>
        </p:spPr>
        <p:txBody>
          <a:bodyPr anchor="ctr">
            <a:normAutofit/>
          </a:bodyPr>
          <a:lstStyle>
            <a:lvl1pPr marL="0" indent="0">
              <a:buNone/>
              <a:defRPr sz="192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7C6CC6-9B37-4318-8876-62F2332BE330}" type="datetimeFigureOut">
              <a:rPr lang="en-US" dirty="0"/>
              <a:t>09-Jun-22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8" name="Rectangle 7"/>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518137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694" y="0"/>
            <a:ext cx="9755294" cy="7318185"/>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90593" y="695137"/>
            <a:ext cx="641697" cy="1405641"/>
          </a:xfrm>
          <a:prstGeom prst="rect">
            <a:avLst/>
          </a:prstGeom>
          <a:noFill/>
        </p:spPr>
        <p:txBody>
          <a:bodyPr wrap="square" rtlCol="0">
            <a:spAutoFit/>
          </a:bodyPr>
          <a:lstStyle/>
          <a:p>
            <a:pPr algn="r"/>
            <a:r>
              <a:rPr lang="en-US" sz="8534" b="0" i="0" dirty="0">
                <a:solidFill>
                  <a:schemeClr val="accent1">
                    <a:lumMod val="60000"/>
                    <a:lumOff val="40000"/>
                  </a:schemeClr>
                </a:solidFill>
                <a:latin typeface="Arial"/>
                <a:cs typeface="Arial"/>
              </a:rPr>
              <a:t>“</a:t>
            </a:r>
          </a:p>
        </p:txBody>
      </p:sp>
      <p:sp>
        <p:nvSpPr>
          <p:cNvPr id="14" name="TextBox 13"/>
          <p:cNvSpPr txBox="1"/>
          <p:nvPr/>
        </p:nvSpPr>
        <p:spPr bwMode="gray">
          <a:xfrm>
            <a:off x="7540713" y="3093646"/>
            <a:ext cx="660334" cy="1405641"/>
          </a:xfrm>
          <a:prstGeom prst="rect">
            <a:avLst/>
          </a:prstGeom>
          <a:noFill/>
        </p:spPr>
        <p:txBody>
          <a:bodyPr wrap="square" rtlCol="0">
            <a:spAutoFit/>
          </a:bodyPr>
          <a:lstStyle/>
          <a:p>
            <a:pPr algn="r"/>
            <a:r>
              <a:rPr lang="en-US" sz="8534"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203265" y="988906"/>
            <a:ext cx="6571077" cy="3074324"/>
          </a:xfrm>
        </p:spPr>
        <p:txBody>
          <a:bodyPr anchor="ctr"/>
          <a:lstStyle>
            <a:lvl1pPr>
              <a:defRPr sz="384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479764" y="4063230"/>
            <a:ext cx="6022553" cy="355321"/>
          </a:xfrm>
        </p:spPr>
        <p:txBody>
          <a:bodyPr>
            <a:normAutofit/>
          </a:bodyPr>
          <a:lstStyle>
            <a:lvl1pPr marL="0" indent="0">
              <a:buNone/>
              <a:defRPr lang="en-US" sz="1493" b="0" i="0" kern="1200" cap="small" dirty="0">
                <a:solidFill>
                  <a:schemeClr val="accent1">
                    <a:lumMod val="60000"/>
                    <a:lumOff val="40000"/>
                  </a:schemeClr>
                </a:solidFill>
                <a:latin typeface="+mn-lt"/>
                <a:ea typeface="+mn-ea"/>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16" name="Text Placeholder 3"/>
          <p:cNvSpPr>
            <a:spLocks noGrp="1"/>
          </p:cNvSpPr>
          <p:nvPr>
            <p:ph type="body" sz="half" idx="2"/>
          </p:nvPr>
        </p:nvSpPr>
        <p:spPr>
          <a:xfrm>
            <a:off x="924203" y="5334204"/>
            <a:ext cx="6766585" cy="1077994"/>
          </a:xfrm>
        </p:spPr>
        <p:txBody>
          <a:bodyPr anchor="ctr">
            <a:normAutofit/>
          </a:bodyPr>
          <a:lstStyle>
            <a:lvl1pPr marL="0" indent="0">
              <a:buNone/>
              <a:defRPr sz="192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1C7781-F104-4BD5-BC26-3DB2DD695986}" type="datetimeFigureOut">
              <a:rPr lang="en-US" dirty="0"/>
              <a:t>09-Jun-22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9" name="Rectangle 8"/>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3038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694" y="0"/>
            <a:ext cx="9755294" cy="7318185"/>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924203" y="2194560"/>
            <a:ext cx="6850139" cy="2235200"/>
          </a:xfrm>
        </p:spPr>
        <p:txBody>
          <a:bodyPr anchor="b"/>
          <a:lstStyle>
            <a:lvl1pPr algn="l">
              <a:defRPr sz="4267"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24204" y="5359902"/>
            <a:ext cx="6850138" cy="1061217"/>
          </a:xfrm>
        </p:spPr>
        <p:txBody>
          <a:bodyPr anchor="t"/>
          <a:lstStyle>
            <a:lvl1pPr marL="0" indent="0" algn="l">
              <a:buNone/>
              <a:defRPr sz="2133" cap="none">
                <a:solidFill>
                  <a:schemeClr val="accent1">
                    <a:lumMod val="60000"/>
                    <a:lumOff val="4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BB9AD0-4BAD-48BB-B06C-62CAB66B1652}" type="datetimeFigureOut">
              <a:rPr lang="en-US" dirty="0"/>
              <a:t>09-Jun-22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7" name="Rectangle 6"/>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26174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924203" y="988907"/>
            <a:ext cx="6851833" cy="757188"/>
          </a:xfrm>
        </p:spPr>
        <p:txBody>
          <a:bodyPr/>
          <a:lstStyle>
            <a:lvl1pPr>
              <a:defRPr sz="3413"/>
            </a:lvl1pPr>
          </a:lstStyle>
          <a:p>
            <a:r>
              <a:rPr lang="en-US" smtClean="0"/>
              <a:t>Click to edit Master title style</a:t>
            </a:r>
            <a:endParaRPr lang="en-US" dirty="0"/>
          </a:p>
        </p:txBody>
      </p:sp>
      <p:sp>
        <p:nvSpPr>
          <p:cNvPr id="3" name="Text Placeholder 2"/>
          <p:cNvSpPr>
            <a:spLocks noGrp="1"/>
          </p:cNvSpPr>
          <p:nvPr>
            <p:ph type="body" idx="1"/>
          </p:nvPr>
        </p:nvSpPr>
        <p:spPr>
          <a:xfrm>
            <a:off x="924203" y="2655147"/>
            <a:ext cx="2467661" cy="701826"/>
          </a:xfrm>
        </p:spPr>
        <p:txBody>
          <a:bodyPr anchor="b">
            <a:noAutofit/>
          </a:bodyPr>
          <a:lstStyle>
            <a:lvl1pPr marL="0" indent="0">
              <a:buNone/>
              <a:defRPr sz="2133"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22" name="Text Placeholder 3"/>
          <p:cNvSpPr>
            <a:spLocks noGrp="1"/>
          </p:cNvSpPr>
          <p:nvPr>
            <p:ph type="body" sz="half" idx="15"/>
          </p:nvPr>
        </p:nvSpPr>
        <p:spPr>
          <a:xfrm>
            <a:off x="924203" y="3356975"/>
            <a:ext cx="2467661" cy="3080924"/>
          </a:xfrm>
        </p:spPr>
        <p:txBody>
          <a:bodyPr anchor="t">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5" name="Text Placeholder 4"/>
          <p:cNvSpPr>
            <a:spLocks noGrp="1"/>
          </p:cNvSpPr>
          <p:nvPr>
            <p:ph type="body" sz="quarter" idx="3"/>
          </p:nvPr>
        </p:nvSpPr>
        <p:spPr>
          <a:xfrm>
            <a:off x="3632655" y="2655147"/>
            <a:ext cx="2473513" cy="701826"/>
          </a:xfrm>
        </p:spPr>
        <p:txBody>
          <a:bodyPr anchor="b">
            <a:noAutofit/>
          </a:bodyPr>
          <a:lstStyle>
            <a:lvl1pPr marL="0" indent="0">
              <a:buNone/>
              <a:defRPr sz="2133"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23" name="Text Placeholder 3"/>
          <p:cNvSpPr>
            <a:spLocks noGrp="1"/>
          </p:cNvSpPr>
          <p:nvPr>
            <p:ph type="body" sz="half" idx="16"/>
          </p:nvPr>
        </p:nvSpPr>
        <p:spPr>
          <a:xfrm>
            <a:off x="3635702" y="3356975"/>
            <a:ext cx="2473513" cy="3080924"/>
          </a:xfrm>
        </p:spPr>
        <p:txBody>
          <a:bodyPr anchor="t">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14" name="Text Placeholder 4"/>
          <p:cNvSpPr>
            <a:spLocks noGrp="1"/>
          </p:cNvSpPr>
          <p:nvPr>
            <p:ph type="body" sz="quarter" idx="13"/>
          </p:nvPr>
        </p:nvSpPr>
        <p:spPr>
          <a:xfrm>
            <a:off x="6355885" y="2655147"/>
            <a:ext cx="2473513" cy="701826"/>
          </a:xfrm>
        </p:spPr>
        <p:txBody>
          <a:bodyPr anchor="b">
            <a:noAutofit/>
          </a:bodyPr>
          <a:lstStyle>
            <a:lvl1pPr marL="0" indent="0">
              <a:buNone/>
              <a:defRPr sz="2133"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24" name="Text Placeholder 3"/>
          <p:cNvSpPr>
            <a:spLocks noGrp="1"/>
          </p:cNvSpPr>
          <p:nvPr>
            <p:ph type="body" sz="half" idx="17"/>
          </p:nvPr>
        </p:nvSpPr>
        <p:spPr>
          <a:xfrm>
            <a:off x="6358331" y="3356975"/>
            <a:ext cx="2471067" cy="3080924"/>
          </a:xfrm>
        </p:spPr>
        <p:txBody>
          <a:bodyPr anchor="t">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cxnSp>
        <p:nvCxnSpPr>
          <p:cNvPr id="17" name="Straight Connector 16"/>
          <p:cNvCxnSpPr/>
          <p:nvPr/>
        </p:nvCxnSpPr>
        <p:spPr>
          <a:xfrm>
            <a:off x="3514165" y="2655148"/>
            <a:ext cx="0" cy="378275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239489" y="2655148"/>
            <a:ext cx="0" cy="378275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6347D66-9247-4313-B245-9F882A4407CD}" type="datetimeFigureOut">
              <a:rPr lang="en-US" dirty="0"/>
              <a:t>09-Jun-22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8757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924203" y="988907"/>
            <a:ext cx="6768277" cy="757188"/>
          </a:xfrm>
        </p:spPr>
        <p:txBody>
          <a:bodyPr/>
          <a:lstStyle>
            <a:lvl1pPr>
              <a:defRPr sz="3413"/>
            </a:lvl1pPr>
          </a:lstStyle>
          <a:p>
            <a:r>
              <a:rPr lang="en-US" smtClean="0"/>
              <a:t>Click to edit Master title style</a:t>
            </a:r>
            <a:endParaRPr lang="en-US" dirty="0"/>
          </a:p>
        </p:txBody>
      </p:sp>
      <p:sp>
        <p:nvSpPr>
          <p:cNvPr id="3" name="Text Placeholder 2"/>
          <p:cNvSpPr>
            <a:spLocks noGrp="1"/>
          </p:cNvSpPr>
          <p:nvPr>
            <p:ph type="body" idx="1"/>
          </p:nvPr>
        </p:nvSpPr>
        <p:spPr>
          <a:xfrm>
            <a:off x="924203" y="4458236"/>
            <a:ext cx="2467661" cy="701826"/>
          </a:xfrm>
        </p:spPr>
        <p:txBody>
          <a:bodyPr anchor="b">
            <a:noAutofit/>
          </a:bodyPr>
          <a:lstStyle>
            <a:lvl1pPr marL="0" indent="0">
              <a:buNone/>
              <a:defRPr sz="2133"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22" name="Picture Placeholder 2"/>
          <p:cNvSpPr>
            <a:spLocks noGrp="1" noChangeAspect="1"/>
          </p:cNvSpPr>
          <p:nvPr>
            <p:ph type="pic" idx="15"/>
          </p:nvPr>
        </p:nvSpPr>
        <p:spPr>
          <a:xfrm>
            <a:off x="1086992" y="2655147"/>
            <a:ext cx="2149487" cy="154383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smtClean="0"/>
              <a:t>Click icon to add picture</a:t>
            </a:r>
            <a:endParaRPr lang="en-US" dirty="0"/>
          </a:p>
        </p:txBody>
      </p:sp>
      <p:sp>
        <p:nvSpPr>
          <p:cNvPr id="23" name="Text Placeholder 3"/>
          <p:cNvSpPr>
            <a:spLocks noGrp="1"/>
          </p:cNvSpPr>
          <p:nvPr>
            <p:ph type="body" sz="half" idx="18"/>
          </p:nvPr>
        </p:nvSpPr>
        <p:spPr>
          <a:xfrm>
            <a:off x="924202" y="5160062"/>
            <a:ext cx="2467661" cy="1266476"/>
          </a:xfrm>
        </p:spPr>
        <p:txBody>
          <a:bodyPr anchor="t">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5" name="Text Placeholder 4"/>
          <p:cNvSpPr>
            <a:spLocks noGrp="1"/>
          </p:cNvSpPr>
          <p:nvPr>
            <p:ph type="body" sz="quarter" idx="3"/>
          </p:nvPr>
        </p:nvSpPr>
        <p:spPr>
          <a:xfrm>
            <a:off x="3638533" y="4458235"/>
            <a:ext cx="2473513" cy="701826"/>
          </a:xfrm>
        </p:spPr>
        <p:txBody>
          <a:bodyPr anchor="b">
            <a:noAutofit/>
          </a:bodyPr>
          <a:lstStyle>
            <a:lvl1pPr marL="0" indent="0">
              <a:buNone/>
              <a:defRPr sz="2133"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38" name="Picture Placeholder 2"/>
          <p:cNvSpPr>
            <a:spLocks noGrp="1" noChangeAspect="1"/>
          </p:cNvSpPr>
          <p:nvPr>
            <p:ph type="pic" idx="21"/>
          </p:nvPr>
        </p:nvSpPr>
        <p:spPr>
          <a:xfrm>
            <a:off x="3790068" y="2655147"/>
            <a:ext cx="2149487" cy="154383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smtClean="0"/>
              <a:t>Click icon to add picture</a:t>
            </a:r>
            <a:endParaRPr lang="en-US" dirty="0"/>
          </a:p>
        </p:txBody>
      </p:sp>
      <p:sp>
        <p:nvSpPr>
          <p:cNvPr id="24" name="Text Placeholder 3"/>
          <p:cNvSpPr>
            <a:spLocks noGrp="1"/>
          </p:cNvSpPr>
          <p:nvPr>
            <p:ph type="body" sz="half" idx="19"/>
          </p:nvPr>
        </p:nvSpPr>
        <p:spPr>
          <a:xfrm>
            <a:off x="3638533" y="5171422"/>
            <a:ext cx="2473513" cy="1266476"/>
          </a:xfrm>
        </p:spPr>
        <p:txBody>
          <a:bodyPr anchor="t">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sp>
        <p:nvSpPr>
          <p:cNvPr id="14" name="Text Placeholder 4"/>
          <p:cNvSpPr>
            <a:spLocks noGrp="1"/>
          </p:cNvSpPr>
          <p:nvPr>
            <p:ph type="body" sz="quarter" idx="13"/>
          </p:nvPr>
        </p:nvSpPr>
        <p:spPr>
          <a:xfrm>
            <a:off x="6355885" y="4458236"/>
            <a:ext cx="2473513" cy="701826"/>
          </a:xfrm>
        </p:spPr>
        <p:txBody>
          <a:bodyPr anchor="b">
            <a:noAutofit/>
          </a:bodyPr>
          <a:lstStyle>
            <a:lvl1pPr marL="0" indent="0">
              <a:buNone/>
              <a:defRPr sz="2133" b="0">
                <a:solidFill>
                  <a:schemeClr val="accent1">
                    <a:lumMod val="60000"/>
                    <a:lumOff val="4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smtClean="0"/>
              <a:t>Click to edit Master text styles</a:t>
            </a:r>
          </a:p>
        </p:txBody>
      </p:sp>
      <p:sp>
        <p:nvSpPr>
          <p:cNvPr id="39" name="Picture Placeholder 2"/>
          <p:cNvSpPr>
            <a:spLocks noGrp="1" noChangeAspect="1"/>
          </p:cNvSpPr>
          <p:nvPr>
            <p:ph type="pic" idx="22"/>
          </p:nvPr>
        </p:nvSpPr>
        <p:spPr>
          <a:xfrm>
            <a:off x="6515884" y="2655147"/>
            <a:ext cx="2149487" cy="154383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smtClean="0"/>
              <a:t>Click icon to add picture</a:t>
            </a:r>
            <a:endParaRPr lang="en-US" dirty="0"/>
          </a:p>
        </p:txBody>
      </p:sp>
      <p:sp>
        <p:nvSpPr>
          <p:cNvPr id="27" name="Text Placeholder 3"/>
          <p:cNvSpPr>
            <a:spLocks noGrp="1"/>
          </p:cNvSpPr>
          <p:nvPr>
            <p:ph type="body" sz="half" idx="20"/>
          </p:nvPr>
        </p:nvSpPr>
        <p:spPr>
          <a:xfrm>
            <a:off x="6355885" y="5160062"/>
            <a:ext cx="2473513" cy="1266476"/>
          </a:xfrm>
        </p:spPr>
        <p:txBody>
          <a:bodyPr anchor="t">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smtClean="0"/>
              <a:t>Click to edit Master text styles</a:t>
            </a:r>
          </a:p>
        </p:txBody>
      </p:sp>
      <p:cxnSp>
        <p:nvCxnSpPr>
          <p:cNvPr id="40" name="Straight Connector 39"/>
          <p:cNvCxnSpPr/>
          <p:nvPr/>
        </p:nvCxnSpPr>
        <p:spPr>
          <a:xfrm>
            <a:off x="3509354" y="2655148"/>
            <a:ext cx="0" cy="378275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6239489" y="2655148"/>
            <a:ext cx="0" cy="378275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75022A5-2C49-4E61-8AF1-56B5ABF57608}" type="datetimeFigureOut">
              <a:rPr lang="en-US" dirty="0"/>
              <a:t>09-Jun-22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84894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129388" y="6813771"/>
            <a:ext cx="1056639" cy="243903"/>
          </a:xfrm>
        </p:spPr>
        <p:txBody>
          <a:bodyPr/>
          <a:lstStyle/>
          <a:p>
            <a:fld id="{1F1580A0-ED6C-4884-9FFE-87471827F59A}" type="datetimeFigureOut">
              <a:rPr lang="en-US" dirty="0"/>
              <a:t>09-Jun-22</a:t>
            </a:fld>
            <a:endParaRPr lang="en-US" dirty="0"/>
          </a:p>
        </p:txBody>
      </p:sp>
      <p:sp>
        <p:nvSpPr>
          <p:cNvPr id="5" name="Footer Placeholder 4"/>
          <p:cNvSpPr>
            <a:spLocks noGrp="1"/>
          </p:cNvSpPr>
          <p:nvPr>
            <p:ph type="ftr" sz="quarter" idx="11"/>
          </p:nvPr>
        </p:nvSpPr>
        <p:spPr>
          <a:xfrm>
            <a:off x="550542" y="6813771"/>
            <a:ext cx="4117115" cy="243904"/>
          </a:xfrm>
        </p:spPr>
        <p:txBody>
          <a:bodyPr/>
          <a:lstStyle/>
          <a:p>
            <a:r>
              <a:rPr lang="en-US" dirty="0"/>
              <a:t>
              </a:t>
            </a:r>
          </a:p>
        </p:txBody>
      </p:sp>
      <p:sp>
        <p:nvSpPr>
          <p:cNvPr id="6" name="Slide Number Placeholder 5"/>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31457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694" y="0"/>
            <a:ext cx="9728448" cy="7318185"/>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42525" y="428976"/>
            <a:ext cx="4917936" cy="6457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385930" y="1883303"/>
            <a:ext cx="6395726" cy="354859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753600" cy="73152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586590" y="1544319"/>
            <a:ext cx="1187750" cy="48768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24521" y="1544319"/>
            <a:ext cx="4711398" cy="48768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474D98-3273-47CE-B312-A00AAFA2779F}" type="datetimeFigureOut">
              <a:rPr lang="en-US" dirty="0"/>
              <a:t>09-Jun-22</a:t>
            </a:fld>
            <a:endParaRPr lang="en-US" dirty="0"/>
          </a:p>
        </p:txBody>
      </p:sp>
      <p:sp>
        <p:nvSpPr>
          <p:cNvPr id="5" name="Footer Placeholder 4"/>
          <p:cNvSpPr>
            <a:spLocks noGrp="1"/>
          </p:cNvSpPr>
          <p:nvPr>
            <p:ph type="ftr" sz="quarter" idx="11"/>
          </p:nvPr>
        </p:nvSpPr>
        <p:spPr>
          <a:xfrm>
            <a:off x="574449" y="6789865"/>
            <a:ext cx="4117115" cy="243904"/>
          </a:xfrm>
        </p:spPr>
        <p:txBody>
          <a:bodyPr/>
          <a:lstStyle/>
          <a:p>
            <a:r>
              <a:rPr lang="en-US" dirty="0"/>
              <a:t>
              </a:t>
            </a:r>
          </a:p>
        </p:txBody>
      </p:sp>
      <p:sp>
        <p:nvSpPr>
          <p:cNvPr id="9" name="Rectangle 8"/>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190524" y="315446"/>
            <a:ext cx="844062" cy="818866"/>
          </a:xfrm>
          <a:prstGeom prst="rect">
            <a:avLst/>
          </a:prstGeom>
        </p:spPr>
        <p:txBody>
          <a:bodyPr/>
          <a:lstStyle>
            <a:lvl1pPr algn="ctr">
              <a:defRPr sz="2987"/>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748615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image" Target="../media/image1.jpeg"/><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339555978" r:id="rId1"/>
    <p:sldLayoutId id="2339555979" r:id="rId2"/>
  </p:sldLayoutIdLst>
  <p:txStyles>
    <p:titleStyle>
      <a:lvl1pPr algn="ctr">
        <a:defRPr sz="4400" kern="1200">
          <a:solidFill>
            <a:schemeClr val="lt1"/>
          </a:solidFill>
        </a:defRPr>
      </a:lvl1pPr>
      <a:extLst/>
    </p:titleStyle>
    <p:bodyStyle>
      <a:lvl1pPr indent="-324900" algn="ctr">
        <a:defRPr sz="3200" kern="1200">
          <a:solidFill>
            <a:schemeClr val="tx1"/>
          </a:solidFill>
        </a:defRPr>
      </a:lvl1pPr>
      <a:extLst/>
    </p:bodyStyle>
    <p:otherStyle>
      <a:defPPr algn="ctr">
        <a:defRPr kern="1200">
          <a:solidFill>
            <a:schemeClr val="tx1"/>
          </a:solidFill>
        </a:defRPr>
      </a:def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694" y="0"/>
            <a:ext cx="9755294" cy="7318185"/>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924203" y="988906"/>
            <a:ext cx="6768277" cy="757189"/>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922008" y="2655147"/>
            <a:ext cx="6768277" cy="37659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079406" y="6789865"/>
            <a:ext cx="1056639" cy="243903"/>
          </a:xfrm>
          <a:prstGeom prst="rect">
            <a:avLst/>
          </a:prstGeom>
        </p:spPr>
        <p:txBody>
          <a:bodyPr vert="horz" lIns="91440" tIns="45720" rIns="91440" bIns="45720" rtlCol="0" anchor="b"/>
          <a:lstStyle>
            <a:lvl1pPr algn="r">
              <a:defRPr sz="960" b="1" i="0">
                <a:solidFill>
                  <a:schemeClr val="accent1"/>
                </a:solidFill>
              </a:defRPr>
            </a:lvl1pPr>
          </a:lstStyle>
          <a:p>
            <a:fld id="{0FE61780-2E25-4081-A2D9-4C0805256F67}" type="datetimeFigureOut">
              <a:rPr lang="en-US" dirty="0"/>
              <a:t>09-Jun-22</a:t>
            </a:fld>
            <a:endParaRPr lang="en-US" dirty="0"/>
          </a:p>
        </p:txBody>
      </p:sp>
      <p:sp>
        <p:nvSpPr>
          <p:cNvPr id="5" name="Footer Placeholder 4"/>
          <p:cNvSpPr>
            <a:spLocks noGrp="1"/>
          </p:cNvSpPr>
          <p:nvPr>
            <p:ph type="ftr" sz="quarter" idx="3"/>
          </p:nvPr>
        </p:nvSpPr>
        <p:spPr>
          <a:xfrm>
            <a:off x="630233" y="6789863"/>
            <a:ext cx="4117115" cy="243904"/>
          </a:xfrm>
          <a:prstGeom prst="rect">
            <a:avLst/>
          </a:prstGeom>
        </p:spPr>
        <p:txBody>
          <a:bodyPr vert="horz" lIns="91440" tIns="45720" rIns="91440" bIns="45720" rtlCol="0" anchor="b"/>
          <a:lstStyle>
            <a:lvl1pPr algn="l">
              <a:defRPr sz="960" b="1" i="0">
                <a:solidFill>
                  <a:schemeClr val="accent1"/>
                </a:solidFill>
              </a:defRPr>
            </a:lvl1pPr>
          </a:lstStyle>
          <a:p>
            <a:r>
              <a:rPr lang="en-US" dirty="0"/>
              <a:t>
              </a:t>
            </a:r>
          </a:p>
        </p:txBody>
      </p:sp>
      <p:sp>
        <p:nvSpPr>
          <p:cNvPr id="26" name="Rectangle 25"/>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8190524" y="315446"/>
            <a:ext cx="844062" cy="818866"/>
          </a:xfrm>
          <a:prstGeom prst="rect">
            <a:avLst/>
          </a:prstGeom>
        </p:spPr>
        <p:txBody>
          <a:bodyPr anchor="b"/>
          <a:lstStyle>
            <a:lvl1pPr algn="ctr">
              <a:defRPr sz="2987">
                <a:solidFill>
                  <a:schemeClr val="bg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90542267"/>
      </p:ext>
    </p:extLst>
  </p:cSld>
  <p:clrMap bg1="lt1" tx1="dk1" bg2="lt2" tx2="dk2" accent1="accent1" accent2="accent2" accent3="accent3" accent4="accent4" accent5="accent5" accent6="accent6" hlink="hlink" folHlink="folHlink"/>
  <p:sldLayoutIdLst>
    <p:sldLayoutId id="2339555981" r:id="rId1"/>
    <p:sldLayoutId id="2339555982" r:id="rId2"/>
    <p:sldLayoutId id="2339555983" r:id="rId3"/>
    <p:sldLayoutId id="2339555984" r:id="rId4"/>
    <p:sldLayoutId id="2339555985" r:id="rId5"/>
    <p:sldLayoutId id="2339555986" r:id="rId6"/>
    <p:sldLayoutId id="2339555987" r:id="rId7"/>
    <p:sldLayoutId id="2339555988" r:id="rId8"/>
    <p:sldLayoutId id="2339555989" r:id="rId9"/>
    <p:sldLayoutId id="2339555990" r:id="rId10"/>
    <p:sldLayoutId id="2339555991" r:id="rId11"/>
    <p:sldLayoutId id="2339555992" r:id="rId12"/>
    <p:sldLayoutId id="2339555993" r:id="rId13"/>
    <p:sldLayoutId id="2339555994" r:id="rId14"/>
    <p:sldLayoutId id="2339555995" r:id="rId15"/>
    <p:sldLayoutId id="2339555996" r:id="rId16"/>
    <p:sldLayoutId id="2339555997" r:id="rId17"/>
  </p:sldLayoutIdLst>
  <p:txStyles>
    <p:titleStyle>
      <a:lvl1pPr algn="l" defTabSz="487695" rtl="0" eaLnBrk="1" latinLnBrk="0" hangingPunct="1">
        <a:spcBef>
          <a:spcPct val="0"/>
        </a:spcBef>
        <a:buNone/>
        <a:defRPr sz="3413"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71" indent="-365771" algn="l" defTabSz="487695" rtl="0" eaLnBrk="1" latinLnBrk="0" hangingPunct="1">
        <a:spcBef>
          <a:spcPts val="1067"/>
        </a:spcBef>
        <a:spcAft>
          <a:spcPts val="0"/>
        </a:spcAft>
        <a:buClr>
          <a:schemeClr val="accent1"/>
        </a:buClr>
        <a:buSzPct val="80000"/>
        <a:buFont typeface="Wingdings 3" charset="2"/>
        <a:buChar char=""/>
        <a:defRPr sz="1920" b="0" i="0" kern="1200">
          <a:solidFill>
            <a:schemeClr val="tx1">
              <a:lumMod val="75000"/>
              <a:lumOff val="25000"/>
            </a:schemeClr>
          </a:solidFill>
          <a:latin typeface="+mn-lt"/>
          <a:ea typeface="+mn-ea"/>
          <a:cs typeface="+mn-cs"/>
        </a:defRPr>
      </a:lvl1pPr>
      <a:lvl2pPr marL="731543" indent="-302371" algn="l" defTabSz="487695" rtl="0" eaLnBrk="1" latinLnBrk="0" hangingPunct="1">
        <a:spcBef>
          <a:spcPts val="1067"/>
        </a:spcBef>
        <a:spcAft>
          <a:spcPts val="0"/>
        </a:spcAft>
        <a:buClr>
          <a:schemeClr val="accent1"/>
        </a:buClr>
        <a:buSzPct val="80000"/>
        <a:buFont typeface="Wingdings 3" charset="2"/>
        <a:buChar char=""/>
        <a:defRPr sz="1707" b="0" i="0" kern="1200">
          <a:solidFill>
            <a:schemeClr val="tx1">
              <a:lumMod val="75000"/>
              <a:lumOff val="25000"/>
            </a:schemeClr>
          </a:solidFill>
          <a:latin typeface="+mn-lt"/>
          <a:ea typeface="+mn-ea"/>
          <a:cs typeface="+mn-cs"/>
        </a:defRPr>
      </a:lvl2pPr>
      <a:lvl3pPr marL="1024160" indent="-243848" algn="l" defTabSz="487695" rtl="0" eaLnBrk="1" latinLnBrk="0" hangingPunct="1">
        <a:spcBef>
          <a:spcPts val="1067"/>
        </a:spcBef>
        <a:spcAft>
          <a:spcPts val="0"/>
        </a:spcAft>
        <a:buClr>
          <a:schemeClr val="accent1"/>
        </a:buClr>
        <a:buSzPct val="80000"/>
        <a:buFont typeface="Wingdings 3" charset="2"/>
        <a:buChar char=""/>
        <a:defRPr sz="1493" b="0" i="0" kern="1200">
          <a:solidFill>
            <a:schemeClr val="tx1">
              <a:lumMod val="75000"/>
              <a:lumOff val="25000"/>
            </a:schemeClr>
          </a:solidFill>
          <a:latin typeface="+mn-lt"/>
          <a:ea typeface="+mn-ea"/>
          <a:cs typeface="+mn-cs"/>
        </a:defRPr>
      </a:lvl3pPr>
      <a:lvl4pPr marL="1316777" indent="-243848" algn="l" defTabSz="487695" rtl="0" eaLnBrk="1" latinLnBrk="0" hangingPunct="1">
        <a:spcBef>
          <a:spcPts val="1067"/>
        </a:spcBef>
        <a:spcAft>
          <a:spcPts val="0"/>
        </a:spcAft>
        <a:buClr>
          <a:schemeClr val="accent1"/>
        </a:buClr>
        <a:buSzPct val="80000"/>
        <a:buFont typeface="Wingdings 3" charset="2"/>
        <a:buChar char=""/>
        <a:defRPr sz="1280" b="0" i="0" kern="1200">
          <a:solidFill>
            <a:schemeClr val="tx1">
              <a:lumMod val="75000"/>
              <a:lumOff val="25000"/>
            </a:schemeClr>
          </a:solidFill>
          <a:latin typeface="+mn-lt"/>
          <a:ea typeface="+mn-ea"/>
          <a:cs typeface="+mn-cs"/>
        </a:defRPr>
      </a:lvl4pPr>
      <a:lvl5pPr marL="1609394" indent="-243848" algn="l" defTabSz="487695" rtl="0" eaLnBrk="1" latinLnBrk="0" hangingPunct="1">
        <a:spcBef>
          <a:spcPts val="1067"/>
        </a:spcBef>
        <a:spcAft>
          <a:spcPts val="0"/>
        </a:spcAft>
        <a:buClr>
          <a:schemeClr val="accent1"/>
        </a:buClr>
        <a:buSzPct val="80000"/>
        <a:buFont typeface="Wingdings 3" charset="2"/>
        <a:buChar char=""/>
        <a:defRPr sz="1280" b="0" i="0" kern="1200">
          <a:solidFill>
            <a:schemeClr val="tx1">
              <a:lumMod val="75000"/>
              <a:lumOff val="25000"/>
            </a:schemeClr>
          </a:solidFill>
          <a:latin typeface="+mn-lt"/>
          <a:ea typeface="+mn-ea"/>
          <a:cs typeface="+mn-cs"/>
        </a:defRPr>
      </a:lvl5pPr>
      <a:lvl6pPr marL="1935634" indent="-243848" algn="l" defTabSz="487695" rtl="0" eaLnBrk="1" latinLnBrk="0" hangingPunct="1">
        <a:spcBef>
          <a:spcPts val="1067"/>
        </a:spcBef>
        <a:spcAft>
          <a:spcPts val="0"/>
        </a:spcAft>
        <a:buClr>
          <a:schemeClr val="accent1"/>
        </a:buClr>
        <a:buSzPct val="80000"/>
        <a:buFont typeface="Wingdings 3" charset="2"/>
        <a:buChar char=""/>
        <a:defRPr sz="1280" b="0" i="0" kern="1200">
          <a:solidFill>
            <a:schemeClr val="tx1">
              <a:lumMod val="75000"/>
              <a:lumOff val="25000"/>
            </a:schemeClr>
          </a:solidFill>
          <a:latin typeface="+mn-lt"/>
          <a:ea typeface="+mn-ea"/>
          <a:cs typeface="+mn-cs"/>
        </a:defRPr>
      </a:lvl6pPr>
      <a:lvl7pPr marL="2209989" indent="-243848" algn="l" defTabSz="487695" rtl="0" eaLnBrk="1" latinLnBrk="0" hangingPunct="1">
        <a:spcBef>
          <a:spcPts val="1067"/>
        </a:spcBef>
        <a:spcAft>
          <a:spcPts val="0"/>
        </a:spcAft>
        <a:buClr>
          <a:schemeClr val="accent1"/>
        </a:buClr>
        <a:buSzPct val="80000"/>
        <a:buFont typeface="Wingdings 3" charset="2"/>
        <a:buChar char=""/>
        <a:defRPr sz="1280" b="0" i="0" kern="1200">
          <a:solidFill>
            <a:schemeClr val="tx1">
              <a:lumMod val="75000"/>
              <a:lumOff val="25000"/>
            </a:schemeClr>
          </a:solidFill>
          <a:latin typeface="+mn-lt"/>
          <a:ea typeface="+mn-ea"/>
          <a:cs typeface="+mn-cs"/>
        </a:defRPr>
      </a:lvl7pPr>
      <a:lvl8pPr marL="2409675" indent="-243848" algn="l" defTabSz="487695" rtl="0" eaLnBrk="1" latinLnBrk="0" hangingPunct="1">
        <a:spcBef>
          <a:spcPts val="1067"/>
        </a:spcBef>
        <a:spcAft>
          <a:spcPts val="0"/>
        </a:spcAft>
        <a:buClr>
          <a:schemeClr val="accent1"/>
        </a:buClr>
        <a:buSzPct val="80000"/>
        <a:buFont typeface="Wingdings 3" charset="2"/>
        <a:buChar char=""/>
        <a:defRPr sz="1280" b="0" i="0" kern="1200">
          <a:solidFill>
            <a:schemeClr val="tx1">
              <a:lumMod val="75000"/>
              <a:lumOff val="25000"/>
            </a:schemeClr>
          </a:solidFill>
          <a:latin typeface="+mn-lt"/>
          <a:ea typeface="+mn-ea"/>
          <a:cs typeface="+mn-cs"/>
        </a:defRPr>
      </a:lvl8pPr>
      <a:lvl9pPr marL="2652030" indent="-243848" algn="l" defTabSz="487695" rtl="0" eaLnBrk="1" latinLnBrk="0" hangingPunct="1">
        <a:spcBef>
          <a:spcPts val="1067"/>
        </a:spcBef>
        <a:spcAft>
          <a:spcPts val="0"/>
        </a:spcAft>
        <a:buClr>
          <a:schemeClr val="accent1"/>
        </a:buClr>
        <a:buSzPct val="80000"/>
        <a:buFont typeface="Wingdings 3" charset="2"/>
        <a:buChar char=""/>
        <a:defRPr sz="1280" b="0" i="0" kern="1200">
          <a:solidFill>
            <a:schemeClr val="tx1">
              <a:lumMod val="75000"/>
              <a:lumOff val="25000"/>
            </a:schemeClr>
          </a:solidFill>
          <a:latin typeface="+mn-lt"/>
          <a:ea typeface="+mn-ea"/>
          <a:cs typeface="+mn-cs"/>
        </a:defRPr>
      </a:lvl9pPr>
    </p:bodyStyle>
    <p:otherStyle>
      <a:defPPr>
        <a:defRPr lang="en-US"/>
      </a:defPPr>
      <a:lvl1pPr marL="0" algn="l" defTabSz="487695" rtl="0" eaLnBrk="1" latinLnBrk="0" hangingPunct="1">
        <a:defRPr sz="1920" kern="1200">
          <a:solidFill>
            <a:schemeClr val="tx1"/>
          </a:solidFill>
          <a:latin typeface="+mn-lt"/>
          <a:ea typeface="+mn-ea"/>
          <a:cs typeface="+mn-cs"/>
        </a:defRPr>
      </a:lvl1pPr>
      <a:lvl2pPr marL="487695" algn="l" defTabSz="487695" rtl="0" eaLnBrk="1" latinLnBrk="0" hangingPunct="1">
        <a:defRPr sz="1920" kern="1200">
          <a:solidFill>
            <a:schemeClr val="tx1"/>
          </a:solidFill>
          <a:latin typeface="+mn-lt"/>
          <a:ea typeface="+mn-ea"/>
          <a:cs typeface="+mn-cs"/>
        </a:defRPr>
      </a:lvl2pPr>
      <a:lvl3pPr marL="975390" algn="l" defTabSz="487695" rtl="0" eaLnBrk="1" latinLnBrk="0" hangingPunct="1">
        <a:defRPr sz="1920" kern="1200">
          <a:solidFill>
            <a:schemeClr val="tx1"/>
          </a:solidFill>
          <a:latin typeface="+mn-lt"/>
          <a:ea typeface="+mn-ea"/>
          <a:cs typeface="+mn-cs"/>
        </a:defRPr>
      </a:lvl3pPr>
      <a:lvl4pPr marL="1463086" algn="l" defTabSz="487695" rtl="0" eaLnBrk="1" latinLnBrk="0" hangingPunct="1">
        <a:defRPr sz="1920" kern="1200">
          <a:solidFill>
            <a:schemeClr val="tx1"/>
          </a:solidFill>
          <a:latin typeface="+mn-lt"/>
          <a:ea typeface="+mn-ea"/>
          <a:cs typeface="+mn-cs"/>
        </a:defRPr>
      </a:lvl4pPr>
      <a:lvl5pPr marL="1950781" algn="l" defTabSz="487695" rtl="0" eaLnBrk="1" latinLnBrk="0" hangingPunct="1">
        <a:defRPr sz="1920" kern="1200">
          <a:solidFill>
            <a:schemeClr val="tx1"/>
          </a:solidFill>
          <a:latin typeface="+mn-lt"/>
          <a:ea typeface="+mn-ea"/>
          <a:cs typeface="+mn-cs"/>
        </a:defRPr>
      </a:lvl5pPr>
      <a:lvl6pPr marL="2438476" algn="l" defTabSz="487695" rtl="0" eaLnBrk="1" latinLnBrk="0" hangingPunct="1">
        <a:defRPr sz="1920" kern="1200">
          <a:solidFill>
            <a:schemeClr val="tx1"/>
          </a:solidFill>
          <a:latin typeface="+mn-lt"/>
          <a:ea typeface="+mn-ea"/>
          <a:cs typeface="+mn-cs"/>
        </a:defRPr>
      </a:lvl6pPr>
      <a:lvl7pPr marL="2926171" algn="l" defTabSz="487695" rtl="0" eaLnBrk="1" latinLnBrk="0" hangingPunct="1">
        <a:defRPr sz="1920" kern="1200">
          <a:solidFill>
            <a:schemeClr val="tx1"/>
          </a:solidFill>
          <a:latin typeface="+mn-lt"/>
          <a:ea typeface="+mn-ea"/>
          <a:cs typeface="+mn-cs"/>
        </a:defRPr>
      </a:lvl7pPr>
      <a:lvl8pPr marL="3413867" algn="l" defTabSz="487695" rtl="0" eaLnBrk="1" latinLnBrk="0" hangingPunct="1">
        <a:defRPr sz="1920" kern="1200">
          <a:solidFill>
            <a:schemeClr val="tx1"/>
          </a:solidFill>
          <a:latin typeface="+mn-lt"/>
          <a:ea typeface="+mn-ea"/>
          <a:cs typeface="+mn-cs"/>
        </a:defRPr>
      </a:lvl8pPr>
      <a:lvl9pPr marL="3901562" algn="l" defTabSz="487695"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1066800"/>
            <a:ext cx="8412480" cy="810331"/>
          </a:xfrm>
        </p:spPr>
        <p:txBody>
          <a:bodyPr/>
          <a:lstStyle/>
          <a:p>
            <a:pPr algn="ctr"/>
            <a:r>
              <a:rPr lang="en-US" sz="5400" b="1" dirty="0">
                <a:latin typeface="Times New Roman" panose="02020603050405020304" pitchFamily="18" charset="0"/>
                <a:cs typeface="Times New Roman" panose="02020603050405020304" pitchFamily="18" charset="0"/>
              </a:rPr>
              <a:t>Stand-Alone Risk</a:t>
            </a:r>
          </a:p>
        </p:txBody>
      </p:sp>
      <p:sp>
        <p:nvSpPr>
          <p:cNvPr id="3" name="Content Placeholder 2"/>
          <p:cNvSpPr>
            <a:spLocks noGrp="1"/>
          </p:cNvSpPr>
          <p:nvPr>
            <p:ph idx="1"/>
          </p:nvPr>
        </p:nvSpPr>
        <p:spPr>
          <a:xfrm>
            <a:off x="670560" y="2937796"/>
            <a:ext cx="8412480" cy="3481070"/>
          </a:xfrm>
        </p:spPr>
        <p:txBody>
          <a:bodyPr>
            <a:normAutofit/>
          </a:bodyPr>
          <a:lstStyle/>
          <a:p>
            <a:pPr algn="just"/>
            <a:r>
              <a:rPr lang="en-US" sz="2560" dirty="0"/>
              <a:t>The risk that an investor faces when he holds only one single asset as an investment.</a:t>
            </a:r>
          </a:p>
          <a:p>
            <a:pPr indent="0" algn="just"/>
            <a:endParaRPr lang="en-US" sz="2560" dirty="0"/>
          </a:p>
          <a:p>
            <a:pPr algn="just"/>
            <a:r>
              <a:rPr lang="en-US" sz="2560" dirty="0"/>
              <a:t>Standalone risk arises when we go against the policy of diversification of portfolios</a:t>
            </a:r>
          </a:p>
          <a:p>
            <a:pPr algn="just"/>
            <a:endParaRPr lang="en-US" sz="2560" dirty="0"/>
          </a:p>
        </p:txBody>
      </p:sp>
    </p:spTree>
    <p:extLst>
      <p:ext uri="{BB962C8B-B14F-4D97-AF65-F5344CB8AC3E}">
        <p14:creationId xmlns:p14="http://schemas.microsoft.com/office/powerpoint/2010/main" val="3350317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Methods of Calculating Stand-alone </a:t>
            </a:r>
            <a:r>
              <a:rPr lang="en-US" b="1" dirty="0" smtClean="0"/>
              <a:t>risk</a:t>
            </a:r>
            <a:r>
              <a:rPr lang="en-US" dirty="0"/>
              <a:t/>
            </a:r>
            <a:br>
              <a:rPr lang="en-US" dirty="0"/>
            </a:br>
            <a:endParaRPr lang="en-US" dirty="0"/>
          </a:p>
        </p:txBody>
      </p:sp>
      <p:sp>
        <p:nvSpPr>
          <p:cNvPr id="3" name="Content Placeholder 2"/>
          <p:cNvSpPr>
            <a:spLocks noGrp="1"/>
          </p:cNvSpPr>
          <p:nvPr>
            <p:ph idx="1"/>
          </p:nvPr>
        </p:nvSpPr>
        <p:spPr>
          <a:xfrm>
            <a:off x="922008" y="2655147"/>
            <a:ext cx="8450592" cy="4355253"/>
          </a:xfrm>
        </p:spPr>
        <p:txBody>
          <a:bodyPr>
            <a:normAutofit/>
          </a:bodyPr>
          <a:lstStyle/>
          <a:p>
            <a:r>
              <a:rPr lang="en-US" sz="3200" dirty="0" smtClean="0">
                <a:latin typeface="Times New Roman" panose="02020603050405020304" pitchFamily="18" charset="0"/>
                <a:cs typeface="Times New Roman" panose="02020603050405020304" pitchFamily="18" charset="0"/>
              </a:rPr>
              <a:t>Sensitivity </a:t>
            </a:r>
            <a:r>
              <a:rPr lang="en-US" sz="3200" dirty="0">
                <a:latin typeface="Times New Roman" panose="02020603050405020304" pitchFamily="18" charset="0"/>
                <a:cs typeface="Times New Roman" panose="02020603050405020304" pitchFamily="18" charset="0"/>
              </a:rPr>
              <a:t>analysis</a:t>
            </a:r>
          </a:p>
          <a:p>
            <a:r>
              <a:rPr lang="en-US" sz="3200" dirty="0" smtClean="0">
                <a:latin typeface="Times New Roman" panose="02020603050405020304" pitchFamily="18" charset="0"/>
                <a:cs typeface="Times New Roman" panose="02020603050405020304" pitchFamily="18" charset="0"/>
              </a:rPr>
              <a:t>Scenario </a:t>
            </a:r>
            <a:r>
              <a:rPr lang="en-US" sz="3200" dirty="0">
                <a:latin typeface="Times New Roman" panose="02020603050405020304" pitchFamily="18" charset="0"/>
                <a:cs typeface="Times New Roman" panose="02020603050405020304" pitchFamily="18" charset="0"/>
              </a:rPr>
              <a:t>analysis</a:t>
            </a:r>
          </a:p>
          <a:p>
            <a:r>
              <a:rPr lang="en-US" sz="3200" dirty="0" smtClean="0">
                <a:latin typeface="Times New Roman" panose="02020603050405020304" pitchFamily="18" charset="0"/>
                <a:cs typeface="Times New Roman" panose="02020603050405020304" pitchFamily="18" charset="0"/>
              </a:rPr>
              <a:t>Break-even </a:t>
            </a:r>
            <a:r>
              <a:rPr lang="en-US" sz="3200" dirty="0">
                <a:latin typeface="Times New Roman" panose="02020603050405020304" pitchFamily="18" charset="0"/>
                <a:cs typeface="Times New Roman" panose="02020603050405020304" pitchFamily="18" charset="0"/>
              </a:rPr>
              <a:t>analysis</a:t>
            </a:r>
          </a:p>
        </p:txBody>
      </p:sp>
    </p:spTree>
    <p:extLst>
      <p:ext uri="{BB962C8B-B14F-4D97-AF65-F5344CB8AC3E}">
        <p14:creationId xmlns:p14="http://schemas.microsoft.com/office/powerpoint/2010/main" val="2775227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0338" y="1219201"/>
            <a:ext cx="7009130" cy="1008796"/>
          </a:xfrm>
        </p:spPr>
        <p:txBody>
          <a:bodyPr/>
          <a:lstStyle/>
          <a:p>
            <a:r>
              <a:rPr lang="en-US" sz="4400" b="1" dirty="0" smtClean="0">
                <a:latin typeface="Times New Roman" panose="02020603050405020304" pitchFamily="18" charset="0"/>
                <a:cs typeface="Times New Roman" panose="02020603050405020304" pitchFamily="18" charset="0"/>
              </a:rPr>
              <a:t>Scenario analysis</a:t>
            </a:r>
            <a:br>
              <a:rPr lang="en-US" sz="4400" b="1" dirty="0" smtClean="0">
                <a:latin typeface="Times New Roman" panose="02020603050405020304" pitchFamily="18" charset="0"/>
                <a:cs typeface="Times New Roman" panose="02020603050405020304" pitchFamily="18" charset="0"/>
              </a:rPr>
            </a:br>
            <a:endParaRPr lang="en-US"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22008" y="2655147"/>
            <a:ext cx="8587460" cy="4583853"/>
          </a:xfrm>
        </p:spPr>
        <p:txBody>
          <a:bodyPr>
            <a:noAutofit/>
          </a:bodyPr>
          <a:lstStyle/>
          <a:p>
            <a:pPr algn="just"/>
            <a:r>
              <a:rPr lang="en-US" sz="3600" dirty="0">
                <a:latin typeface="Times New Roman" panose="02020603050405020304" pitchFamily="18" charset="0"/>
                <a:cs typeface="Times New Roman" panose="02020603050405020304" pitchFamily="18" charset="0"/>
              </a:rPr>
              <a:t>Scenario analysis is a method for predicting the possible occurrence of an object or the consequences of a situation, assuming that a phenomenon or a trend will be continued in the future.</a:t>
            </a:r>
          </a:p>
        </p:txBody>
      </p:sp>
    </p:spTree>
    <p:extLst>
      <p:ext uri="{BB962C8B-B14F-4D97-AF65-F5344CB8AC3E}">
        <p14:creationId xmlns:p14="http://schemas.microsoft.com/office/powerpoint/2010/main" val="3248171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Scenario analysis Example </a:t>
            </a:r>
            <a:endParaRPr lang="en-US" dirty="0"/>
          </a:p>
        </p:txBody>
      </p:sp>
      <p:sp>
        <p:nvSpPr>
          <p:cNvPr id="3" name="Content Placeholder 2"/>
          <p:cNvSpPr>
            <a:spLocks noGrp="1"/>
          </p:cNvSpPr>
          <p:nvPr>
            <p:ph idx="1"/>
          </p:nvPr>
        </p:nvSpPr>
        <p:spPr>
          <a:xfrm>
            <a:off x="922008" y="2655147"/>
            <a:ext cx="8450592" cy="4507653"/>
          </a:xfrm>
        </p:spPr>
        <p:txBody>
          <a:bodyPr>
            <a:normAutofit/>
          </a:bodyPr>
          <a:lstStyle/>
          <a:p>
            <a:pPr algn="just"/>
            <a:r>
              <a:rPr lang="en-US" sz="2800" dirty="0">
                <a:latin typeface="Times New Roman" panose="02020603050405020304" pitchFamily="18" charset="0"/>
                <a:cs typeface="Times New Roman" panose="02020603050405020304" pitchFamily="18" charset="0"/>
              </a:rPr>
              <a:t>An example of scenario analysis what would happen to my revenue if I charged more for each loaf of bread? In the simple case, where the volume of bread sold doesn't depend on the price of the bread, the analysis is very easy. An X% rise in the price per loaf will lead to an X% increase in sales.</a:t>
            </a:r>
          </a:p>
          <a:p>
            <a:endParaRPr lang="en-US" dirty="0"/>
          </a:p>
        </p:txBody>
      </p:sp>
    </p:spTree>
    <p:extLst>
      <p:ext uri="{BB962C8B-B14F-4D97-AF65-F5344CB8AC3E}">
        <p14:creationId xmlns:p14="http://schemas.microsoft.com/office/powerpoint/2010/main" val="3780770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Break-even analysis</a:t>
            </a:r>
          </a:p>
        </p:txBody>
      </p:sp>
      <p:sp>
        <p:nvSpPr>
          <p:cNvPr id="3" name="Content Placeholder 2"/>
          <p:cNvSpPr>
            <a:spLocks noGrp="1"/>
          </p:cNvSpPr>
          <p:nvPr>
            <p:ph idx="1"/>
          </p:nvPr>
        </p:nvSpPr>
        <p:spPr>
          <a:xfrm>
            <a:off x="923963" y="2779261"/>
            <a:ext cx="8297310" cy="3482447"/>
          </a:xfrm>
        </p:spPr>
        <p:txBody>
          <a:bodyPr>
            <a:normAutofit/>
          </a:bodyPr>
          <a:lstStyle/>
          <a:p>
            <a:pPr algn="just"/>
            <a:r>
              <a:rPr lang="en-US" sz="2560" dirty="0">
                <a:latin typeface="Times New Roman" panose="02020603050405020304" pitchFamily="18" charset="0"/>
                <a:cs typeface="Times New Roman" panose="02020603050405020304" pitchFamily="18" charset="0"/>
              </a:rPr>
              <a:t>A break-even analysis is a financial calculation that weighs the costs of a new business, service or product against the unit sell price to determine the point at which you will break even.</a:t>
            </a:r>
          </a:p>
          <a:p>
            <a:pPr algn="just"/>
            <a:r>
              <a:rPr lang="en-US" sz="2560" dirty="0">
                <a:latin typeface="Times New Roman" panose="02020603050405020304" pitchFamily="18" charset="0"/>
                <a:cs typeface="Times New Roman" panose="02020603050405020304" pitchFamily="18" charset="0"/>
              </a:rPr>
              <a:t>It reveals the point at which you will have sold enough units to cover all of your costs.</a:t>
            </a:r>
          </a:p>
        </p:txBody>
      </p:sp>
    </p:spTree>
    <p:extLst>
      <p:ext uri="{BB962C8B-B14F-4D97-AF65-F5344CB8AC3E}">
        <p14:creationId xmlns:p14="http://schemas.microsoft.com/office/powerpoint/2010/main" val="4186711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Break-even </a:t>
            </a:r>
            <a:r>
              <a:rPr lang="en-US" b="1" dirty="0" smtClean="0"/>
              <a:t>analysis Example</a:t>
            </a:r>
            <a:endParaRPr lang="en-US" dirty="0"/>
          </a:p>
        </p:txBody>
      </p:sp>
      <p:sp>
        <p:nvSpPr>
          <p:cNvPr id="3" name="Content Placeholder 2"/>
          <p:cNvSpPr>
            <a:spLocks noGrp="1"/>
          </p:cNvSpPr>
          <p:nvPr>
            <p:ph idx="1"/>
          </p:nvPr>
        </p:nvSpPr>
        <p:spPr>
          <a:xfrm>
            <a:off x="923963" y="2997199"/>
            <a:ext cx="8307613" cy="3243902"/>
          </a:xfrm>
        </p:spPr>
        <p:txBody>
          <a:bodyPr/>
          <a:lstStyle/>
          <a:p>
            <a:pPr algn="just"/>
            <a:r>
              <a:rPr lang="en-US" sz="2880" dirty="0">
                <a:latin typeface="Times New Roman" panose="02020603050405020304" pitchFamily="18" charset="0"/>
                <a:cs typeface="Times New Roman" panose="02020603050405020304" pitchFamily="18" charset="0"/>
              </a:rPr>
              <a:t>Happy Ltd has fixed costs of Rs. 10,000 vs. Sad Ltd has fixed costs of Rs. 1, 00,000 selling similar products, Happy Ltd will be able to break-even with the sale of lesser products as compared to Sad Ltd.</a:t>
            </a:r>
          </a:p>
          <a:p>
            <a:endParaRPr lang="en-US" dirty="0"/>
          </a:p>
        </p:txBody>
      </p:sp>
    </p:spTree>
    <p:extLst>
      <p:ext uri="{BB962C8B-B14F-4D97-AF65-F5344CB8AC3E}">
        <p14:creationId xmlns:p14="http://schemas.microsoft.com/office/powerpoint/2010/main" val="1884848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82">
  <a:themeElements>
    <a:clrScheme name="Theme8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82">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8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otalTime>4290</TotalTime>
  <Words>110</Words>
  <Application>Microsoft Office PowerPoint</Application>
  <PresentationFormat>Custom</PresentationFormat>
  <Paragraphs>17</Paragraphs>
  <Slides>51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51</vt:i4>
      </vt:variant>
    </vt:vector>
  </HeadingPairs>
  <TitlesOfParts>
    <vt:vector size="58" baseType="lpstr">
      <vt:lpstr>Arial</vt:lpstr>
      <vt:lpstr>Calibri</vt:lpstr>
      <vt:lpstr>Century Gothic</vt:lpstr>
      <vt:lpstr>Times New Roman</vt:lpstr>
      <vt:lpstr>Wingdings 3</vt:lpstr>
      <vt:lpstr>Theme82</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Stand-Alone Risk</vt:lpstr>
      <vt:lpstr>Methods of Calculating Stand-alone risk </vt:lpstr>
      <vt:lpstr>PowerPoint Presentation</vt:lpstr>
      <vt:lpstr>PowerPoint Presentation</vt:lpstr>
      <vt:lpstr>PowerPoint Presentation</vt:lpstr>
      <vt:lpstr>PowerPoint Presentation</vt:lpstr>
      <vt:lpstr>PowerPoint Presentation</vt:lpstr>
      <vt:lpstr>Scenario analysis </vt:lpstr>
      <vt:lpstr>Scenario analysis Example </vt:lpstr>
      <vt:lpstr>Break-even analysis</vt:lpstr>
      <vt:lpstr>Break-even analysis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cp:keywords/>
  <dc:description/>
  <cp:lastModifiedBy>Paradise</cp:lastModifiedBy>
  <cp:revision>10</cp:revision>
  <dcterms:created xsi:type="dcterms:W3CDTF">2022-04-21T11:14:58Z</dcterms:created>
  <dcterms:modified xsi:type="dcterms:W3CDTF">2022-06-09T18:32:23Z</dcterms:modified>
  <cp:category/>
</cp:coreProperties>
</file>