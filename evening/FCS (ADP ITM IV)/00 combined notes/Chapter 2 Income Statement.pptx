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  <p:sldId id="272" r:id="rId11"/>
    <p:sldId id="273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74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13"/>
  </p:normalViewPr>
  <p:slideViewPr>
    <p:cSldViewPr snapToGrid="0" snapToObjects="1">
      <p:cViewPr varScale="1">
        <p:scale>
          <a:sx n="93" d="100"/>
          <a:sy n="93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866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16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7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577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86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1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58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185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536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06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505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472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1124" y="0"/>
            <a:ext cx="6865174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81673" y="0"/>
            <a:ext cx="6865174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2481" y="120999"/>
            <a:ext cx="6703673" cy="5022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9609" y="92469"/>
            <a:ext cx="6539287" cy="4899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0706" y="20549"/>
            <a:ext cx="6662576" cy="4991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5539" y="20549"/>
            <a:ext cx="6837746" cy="5122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1125" y="10274"/>
            <a:ext cx="6865173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8406" y="0"/>
            <a:ext cx="6873791" cy="5149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33043" y="0"/>
            <a:ext cx="6865174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3993" y="0"/>
            <a:ext cx="6076950" cy="4552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1" y="3637053"/>
            <a:ext cx="2496620" cy="66782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70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87510" y="309093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68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29555" y="106250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63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84101" y="115910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37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9896" y="154547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963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5008" y="338071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3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03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46031" y="19319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739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71600" y="0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6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42623" y="9659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65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97736" y="0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23</Words>
  <Application>Microsoft Office PowerPoint</Application>
  <PresentationFormat>On-screen Show (16:9)</PresentationFormat>
  <Paragraphs>23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Paradise</cp:lastModifiedBy>
  <cp:revision>12</cp:revision>
  <dcterms:created xsi:type="dcterms:W3CDTF">2022-12-07T19:28:22Z</dcterms:created>
  <dcterms:modified xsi:type="dcterms:W3CDTF">2023-11-08T03:36:08Z</dcterms:modified>
</cp:coreProperties>
</file>