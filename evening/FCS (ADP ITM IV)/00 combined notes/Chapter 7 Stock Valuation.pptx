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339556340" r:id="rId1"/>
    <p:sldMasterId id="2339556359" r:id="rId2"/>
    <p:sldMasterId id="2339556377" r:id="rId3"/>
  </p:sldMasterIdLst>
  <p:notesMasterIdLst>
    <p:notesMasterId r:id="rId35"/>
  </p:notesMasterIdLst>
  <p:sldIdLst>
    <p:sldId id="256" r:id="rId4"/>
    <p:sldId id="259" r:id="rId5"/>
    <p:sldId id="260" r:id="rId6"/>
    <p:sldId id="266" r:id="rId7"/>
    <p:sldId id="267" r:id="rId8"/>
    <p:sldId id="268" r:id="rId9"/>
    <p:sldId id="271" r:id="rId10"/>
    <p:sldId id="275" r:id="rId11"/>
    <p:sldId id="341" r:id="rId12"/>
    <p:sldId id="343" r:id="rId13"/>
    <p:sldId id="342" r:id="rId14"/>
    <p:sldId id="344" r:id="rId15"/>
    <p:sldId id="345" r:id="rId16"/>
    <p:sldId id="346" r:id="rId17"/>
    <p:sldId id="347" r:id="rId18"/>
    <p:sldId id="348" r:id="rId19"/>
    <p:sldId id="331" r:id="rId20"/>
    <p:sldId id="332" r:id="rId21"/>
    <p:sldId id="333" r:id="rId22"/>
    <p:sldId id="335" r:id="rId23"/>
    <p:sldId id="336" r:id="rId24"/>
    <p:sldId id="337" r:id="rId25"/>
    <p:sldId id="338" r:id="rId26"/>
    <p:sldId id="327" r:id="rId27"/>
    <p:sldId id="328" r:id="rId28"/>
    <p:sldId id="329" r:id="rId29"/>
    <p:sldId id="339" r:id="rId30"/>
    <p:sldId id="340" r:id="rId31"/>
    <p:sldId id="334" r:id="rId32"/>
    <p:sldId id="352" r:id="rId33"/>
    <p:sldId id="353" r:id="rId34"/>
  </p:sldIdLst>
  <p:sldSz cx="9753600" cy="73152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44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50CDB0-9332-4DF4-A5D1-B6A225AE839E}" type="datetimeFigureOut">
              <a:rPr lang="en-US" smtClean="0"/>
              <a:t>14-Jan-24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4212B0-C9D5-4CF3-8397-B896717201F7}" type="slidenum">
              <a:rPr lang="en-US" smtClean="0"/>
              <a:t>‹#›</a:t>
            </a:fld>
            <a:endParaRPr lang="en-US"/>
          </a:p>
        </p:txBody>
      </p:sp>
    </p:spTree>
    <p:extLst>
      <p:ext uri="{BB962C8B-B14F-4D97-AF65-F5344CB8AC3E}">
        <p14:creationId xmlns:p14="http://schemas.microsoft.com/office/powerpoint/2010/main" val="3520059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234212B0-C9D5-4CF3-8397-B896717201F7}" type="slidenum">
              <a:rPr lang="en-US" smtClean="0"/>
              <a:t>17</a:t>
            </a:fld>
            <a:endParaRPr lang="en-US"/>
          </a:p>
        </p:txBody>
      </p:sp>
    </p:spTree>
    <p:extLst>
      <p:ext uri="{BB962C8B-B14F-4D97-AF65-F5344CB8AC3E}">
        <p14:creationId xmlns:p14="http://schemas.microsoft.com/office/powerpoint/2010/main" val="3875045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24205" y="1544322"/>
            <a:ext cx="7062366" cy="3551553"/>
          </a:xfrm>
        </p:spPr>
        <p:txBody>
          <a:bodyPr anchor="b"/>
          <a:lstStyle>
            <a:lvl1pPr>
              <a:defRPr sz="7680"/>
            </a:lvl1pPr>
          </a:lstStyle>
          <a:p>
            <a:r>
              <a:rPr lang="en-US"/>
              <a:t>Click to edit Master title style</a:t>
            </a:r>
            <a:endParaRPr lang="en-US" dirty="0"/>
          </a:p>
        </p:txBody>
      </p:sp>
      <p:sp>
        <p:nvSpPr>
          <p:cNvPr id="3" name="Subtitle 2"/>
          <p:cNvSpPr>
            <a:spLocks noGrp="1"/>
          </p:cNvSpPr>
          <p:nvPr>
            <p:ph type="subTitle" idx="1"/>
          </p:nvPr>
        </p:nvSpPr>
        <p:spPr>
          <a:xfrm>
            <a:off x="924205" y="5095872"/>
            <a:ext cx="7062366" cy="918848"/>
          </a:xfrm>
        </p:spPr>
        <p:txBody>
          <a:bodyPr anchor="t"/>
          <a:lstStyle>
            <a:lvl1pPr marL="0" indent="0" algn="l">
              <a:buNone/>
              <a:defRPr cap="all">
                <a:solidFill>
                  <a:schemeClr val="bg2">
                    <a:lumMod val="40000"/>
                    <a:lumOff val="60000"/>
                  </a:schemeClr>
                </a:solidFill>
              </a:defRPr>
            </a:lvl1pPr>
            <a:lvl2pPr marL="487695" indent="0" algn="ctr">
              <a:buNone/>
              <a:defRPr>
                <a:solidFill>
                  <a:schemeClr val="tx1">
                    <a:tint val="75000"/>
                  </a:schemeClr>
                </a:solidFill>
              </a:defRPr>
            </a:lvl2pPr>
            <a:lvl3pPr marL="975390" indent="0" algn="ctr">
              <a:buNone/>
              <a:defRPr>
                <a:solidFill>
                  <a:schemeClr val="tx1">
                    <a:tint val="75000"/>
                  </a:schemeClr>
                </a:solidFill>
              </a:defRPr>
            </a:lvl3pPr>
            <a:lvl4pPr marL="1463086" indent="0" algn="ctr">
              <a:buNone/>
              <a:defRPr>
                <a:solidFill>
                  <a:schemeClr val="tx1">
                    <a:tint val="75000"/>
                  </a:schemeClr>
                </a:solidFill>
              </a:defRPr>
            </a:lvl4pPr>
            <a:lvl5pPr marL="1950781" indent="0" algn="ctr">
              <a:buNone/>
              <a:defRPr>
                <a:solidFill>
                  <a:schemeClr val="tx1">
                    <a:tint val="75000"/>
                  </a:schemeClr>
                </a:solidFill>
              </a:defRPr>
            </a:lvl5pPr>
            <a:lvl6pPr marL="2438476" indent="0" algn="ctr">
              <a:buNone/>
              <a:defRPr>
                <a:solidFill>
                  <a:schemeClr val="tx1">
                    <a:tint val="75000"/>
                  </a:schemeClr>
                </a:solidFill>
              </a:defRPr>
            </a:lvl6pPr>
            <a:lvl7pPr marL="2926171" indent="0" algn="ctr">
              <a:buNone/>
              <a:defRPr>
                <a:solidFill>
                  <a:schemeClr val="tx1">
                    <a:tint val="75000"/>
                  </a:schemeClr>
                </a:solidFill>
              </a:defRPr>
            </a:lvl7pPr>
            <a:lvl8pPr marL="3413867" indent="0" algn="ctr">
              <a:buNone/>
              <a:defRPr>
                <a:solidFill>
                  <a:schemeClr val="tx1">
                    <a:tint val="75000"/>
                  </a:schemeClr>
                </a:solidFill>
              </a:defRPr>
            </a:lvl8pPr>
            <a:lvl9pPr marL="3901562"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59074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5BFA754-D5C3-4E66-96A6-867B257F58DC}" type="datetimeFigureOut">
              <a:rPr lang="en-US" smtClean="0"/>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045620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4206" y="3052517"/>
            <a:ext cx="7062365" cy="2043357"/>
          </a:xfrm>
        </p:spPr>
        <p:txBody>
          <a:bodyPr anchor="b"/>
          <a:lstStyle>
            <a:lvl1pPr algn="l">
              <a:defRPr sz="4267" b="0" cap="none"/>
            </a:lvl1pPr>
          </a:lstStyle>
          <a:p>
            <a:r>
              <a:rPr lang="en-US"/>
              <a:t>Click to edit Master title style</a:t>
            </a:r>
            <a:endParaRPr lang="en-US" dirty="0"/>
          </a:p>
        </p:txBody>
      </p:sp>
      <p:sp>
        <p:nvSpPr>
          <p:cNvPr id="3" name="Text Placeholder 2"/>
          <p:cNvSpPr>
            <a:spLocks noGrp="1"/>
          </p:cNvSpPr>
          <p:nvPr>
            <p:ph type="body" idx="1"/>
          </p:nvPr>
        </p:nvSpPr>
        <p:spPr>
          <a:xfrm>
            <a:off x="924205" y="5095873"/>
            <a:ext cx="7062366" cy="917760"/>
          </a:xfrm>
        </p:spPr>
        <p:txBody>
          <a:bodyPr anchor="t"/>
          <a:lstStyle>
            <a:lvl1pPr marL="0" indent="0" algn="l">
              <a:buNone/>
              <a:defRPr sz="2133" cap="all">
                <a:solidFill>
                  <a:schemeClr val="bg2">
                    <a:lumMod val="40000"/>
                    <a:lumOff val="60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92041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82881" y="2197948"/>
            <a:ext cx="3517987" cy="4475481"/>
          </a:xfrm>
        </p:spPr>
        <p:txBody>
          <a:bodyPr>
            <a:normAutofit/>
          </a:bodyPr>
          <a:lstStyle>
            <a:lvl1pPr>
              <a:defRPr sz="1920"/>
            </a:lvl1pPr>
            <a:lvl2pPr>
              <a:defRPr sz="1707"/>
            </a:lvl2pPr>
            <a:lvl3pPr>
              <a:defRPr sz="1493"/>
            </a:lvl3pPr>
            <a:lvl4pPr>
              <a:defRPr sz="1280"/>
            </a:lvl4pPr>
            <a:lvl5pPr>
              <a:defRPr sz="1280"/>
            </a:lvl5pPr>
            <a:lvl6pPr>
              <a:defRPr sz="1280"/>
            </a:lvl6pPr>
            <a:lvl7pPr>
              <a:defRPr sz="1280"/>
            </a:lvl7pPr>
            <a:lvl8pPr>
              <a:defRPr sz="1280"/>
            </a:lvl8pPr>
            <a:lvl9pPr>
              <a:defRPr sz="12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24774" y="2193167"/>
            <a:ext cx="3517989" cy="4480261"/>
          </a:xfrm>
        </p:spPr>
        <p:txBody>
          <a:bodyPr>
            <a:normAutofit/>
          </a:bodyPr>
          <a:lstStyle>
            <a:lvl1pPr>
              <a:defRPr sz="1920"/>
            </a:lvl1pPr>
            <a:lvl2pPr>
              <a:defRPr sz="1707"/>
            </a:lvl2pPr>
            <a:lvl3pPr>
              <a:defRPr sz="1493"/>
            </a:lvl3pPr>
            <a:lvl4pPr>
              <a:defRPr sz="1280"/>
            </a:lvl4pPr>
            <a:lvl5pPr>
              <a:defRPr sz="1280"/>
            </a:lvl5pPr>
            <a:lvl6pPr>
              <a:defRPr sz="1280"/>
            </a:lvl6pPr>
            <a:lvl7pPr>
              <a:defRPr sz="1280"/>
            </a:lvl7pPr>
            <a:lvl8pPr>
              <a:defRPr sz="1280"/>
            </a:lvl8pPr>
            <a:lvl9pPr>
              <a:defRPr sz="12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14-Jan-24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574364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2880" y="2032000"/>
            <a:ext cx="3517986" cy="614679"/>
          </a:xfrm>
        </p:spPr>
        <p:txBody>
          <a:bodyPr anchor="b">
            <a:noAutofit/>
          </a:bodyPr>
          <a:lstStyle>
            <a:lvl1pPr marL="0" indent="0">
              <a:buNone/>
              <a:defRPr sz="2560" b="0">
                <a:solidFill>
                  <a:schemeClr val="bg2">
                    <a:lumMod val="40000"/>
                    <a:lumOff val="6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4" name="Content Placeholder 3"/>
          <p:cNvSpPr>
            <a:spLocks noGrp="1"/>
          </p:cNvSpPr>
          <p:nvPr>
            <p:ph sz="half" idx="2"/>
          </p:nvPr>
        </p:nvSpPr>
        <p:spPr>
          <a:xfrm>
            <a:off x="882881" y="2682240"/>
            <a:ext cx="3517987" cy="3991187"/>
          </a:xfrm>
        </p:spPr>
        <p:txBody>
          <a:bodyPr>
            <a:normAutofit/>
          </a:bodyPr>
          <a:lstStyle>
            <a:lvl1pPr>
              <a:defRPr sz="1920"/>
            </a:lvl1pPr>
            <a:lvl2pPr>
              <a:defRPr sz="1707"/>
            </a:lvl2pPr>
            <a:lvl3pPr>
              <a:defRPr sz="1493"/>
            </a:lvl3pPr>
            <a:lvl4pPr>
              <a:defRPr sz="1280"/>
            </a:lvl4pPr>
            <a:lvl5pPr>
              <a:defRPr sz="1280"/>
            </a:lvl5pPr>
            <a:lvl6pPr>
              <a:defRPr sz="1280"/>
            </a:lvl6pPr>
            <a:lvl7pPr>
              <a:defRPr sz="1280"/>
            </a:lvl7pPr>
            <a:lvl8pPr>
              <a:defRPr sz="1280"/>
            </a:lvl8pPr>
            <a:lvl9pPr>
              <a:defRPr sz="12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24775" y="2032000"/>
            <a:ext cx="3517987" cy="614679"/>
          </a:xfrm>
        </p:spPr>
        <p:txBody>
          <a:bodyPr anchor="b">
            <a:noAutofit/>
          </a:bodyPr>
          <a:lstStyle>
            <a:lvl1pPr marL="0" indent="0">
              <a:buNone/>
              <a:defRPr sz="2560" b="0">
                <a:solidFill>
                  <a:schemeClr val="bg2">
                    <a:lumMod val="40000"/>
                    <a:lumOff val="6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6" name="Content Placeholder 5"/>
          <p:cNvSpPr>
            <a:spLocks noGrp="1"/>
          </p:cNvSpPr>
          <p:nvPr>
            <p:ph sz="quarter" idx="4"/>
          </p:nvPr>
        </p:nvSpPr>
        <p:spPr>
          <a:xfrm>
            <a:off x="4524775" y="2682240"/>
            <a:ext cx="3517987" cy="3991187"/>
          </a:xfrm>
        </p:spPr>
        <p:txBody>
          <a:bodyPr>
            <a:normAutofit/>
          </a:bodyPr>
          <a:lstStyle>
            <a:lvl1pPr>
              <a:defRPr sz="1920"/>
            </a:lvl1pPr>
            <a:lvl2pPr>
              <a:defRPr sz="1707"/>
            </a:lvl2pPr>
            <a:lvl3pPr>
              <a:defRPr sz="1493"/>
            </a:lvl3pPr>
            <a:lvl4pPr>
              <a:defRPr sz="1280"/>
            </a:lvl4pPr>
            <a:lvl5pPr>
              <a:defRPr sz="1280"/>
            </a:lvl5pPr>
            <a:lvl6pPr>
              <a:defRPr sz="1280"/>
            </a:lvl6pPr>
            <a:lvl7pPr>
              <a:defRPr sz="1280"/>
            </a:lvl7pPr>
            <a:lvl8pPr>
              <a:defRPr sz="1280"/>
            </a:lvl8pPr>
            <a:lvl9pPr>
              <a:defRPr sz="12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3918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8477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27700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24204" y="1544320"/>
            <a:ext cx="2721559" cy="1544320"/>
          </a:xfrm>
        </p:spPr>
        <p:txBody>
          <a:bodyPr anchor="b"/>
          <a:lstStyle>
            <a:lvl1pPr algn="l">
              <a:defRPr sz="2560" b="0"/>
            </a:lvl1pPr>
          </a:lstStyle>
          <a:p>
            <a:r>
              <a:rPr lang="en-US"/>
              <a:t>Click to edit Master title style</a:t>
            </a:r>
            <a:endParaRPr lang="en-US" dirty="0"/>
          </a:p>
        </p:txBody>
      </p:sp>
      <p:sp>
        <p:nvSpPr>
          <p:cNvPr id="3" name="Content Placeholder 2"/>
          <p:cNvSpPr>
            <a:spLocks noGrp="1"/>
          </p:cNvSpPr>
          <p:nvPr>
            <p:ph idx="1"/>
          </p:nvPr>
        </p:nvSpPr>
        <p:spPr>
          <a:xfrm>
            <a:off x="3828690" y="1544320"/>
            <a:ext cx="4157881" cy="4876800"/>
          </a:xfrm>
        </p:spPr>
        <p:txBody>
          <a:bodyPr anchor="ctr">
            <a:normAutofit/>
          </a:bodyPr>
          <a:lstStyle>
            <a:lvl1pPr>
              <a:defRPr sz="2133"/>
            </a:lvl1pPr>
            <a:lvl2pPr>
              <a:defRPr sz="1920"/>
            </a:lvl2pPr>
            <a:lvl3pPr>
              <a:defRPr sz="1707"/>
            </a:lvl3pPr>
            <a:lvl4pPr>
              <a:defRPr sz="1493"/>
            </a:lvl4pPr>
            <a:lvl5pPr>
              <a:defRPr sz="1493"/>
            </a:lvl5pPr>
            <a:lvl6pPr>
              <a:defRPr sz="1493"/>
            </a:lvl6pPr>
            <a:lvl7pPr>
              <a:defRPr sz="1493"/>
            </a:lvl7pPr>
            <a:lvl8pPr>
              <a:defRPr sz="1493"/>
            </a:lvl8pPr>
            <a:lvl9pPr>
              <a:defRPr sz="149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4204" y="3337900"/>
            <a:ext cx="2721559" cy="3088639"/>
          </a:xfrm>
        </p:spPr>
        <p:txBody>
          <a:bodyPr/>
          <a:lstStyle>
            <a:lvl1pPr marL="0" indent="0">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7" name="Date Placeholder 4"/>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81691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23366" y="1977805"/>
            <a:ext cx="4075386" cy="1679795"/>
          </a:xfrm>
        </p:spPr>
        <p:txBody>
          <a:bodyPr anchor="b">
            <a:normAutofit/>
          </a:bodyPr>
          <a:lstStyle>
            <a:lvl1pPr algn="l">
              <a:defRPr sz="384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61085" y="1219200"/>
            <a:ext cx="2560987" cy="4876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a:t>Click icon to add picture</a:t>
            </a:r>
            <a:endParaRPr lang="en-US" dirty="0"/>
          </a:p>
        </p:txBody>
      </p:sp>
      <p:sp>
        <p:nvSpPr>
          <p:cNvPr id="4" name="Text Placeholder 3"/>
          <p:cNvSpPr>
            <a:spLocks noGrp="1"/>
          </p:cNvSpPr>
          <p:nvPr>
            <p:ph type="body" sz="half" idx="2"/>
          </p:nvPr>
        </p:nvSpPr>
        <p:spPr>
          <a:xfrm>
            <a:off x="924204" y="3901440"/>
            <a:ext cx="4069043" cy="1463040"/>
          </a:xfrm>
        </p:spPr>
        <p:txBody>
          <a:bodyPr>
            <a:normAutofit/>
          </a:bodyPr>
          <a:lstStyle>
            <a:lvl1pPr marL="0" indent="0">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40146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24206" y="5120626"/>
            <a:ext cx="7062365" cy="604521"/>
          </a:xfrm>
        </p:spPr>
        <p:txBody>
          <a:bodyPr anchor="b">
            <a:normAutofit/>
          </a:bodyPr>
          <a:lstStyle>
            <a:lvl1pPr algn="l">
              <a:defRPr sz="256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4205" y="731520"/>
            <a:ext cx="7062366" cy="388337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a:t>Click icon to add picture</a:t>
            </a:r>
            <a:endParaRPr lang="en-US" dirty="0"/>
          </a:p>
        </p:txBody>
      </p:sp>
      <p:sp>
        <p:nvSpPr>
          <p:cNvPr id="4" name="Text Placeholder 3"/>
          <p:cNvSpPr>
            <a:spLocks noGrp="1"/>
          </p:cNvSpPr>
          <p:nvPr>
            <p:ph type="body" sz="half" idx="2"/>
          </p:nvPr>
        </p:nvSpPr>
        <p:spPr>
          <a:xfrm>
            <a:off x="924206" y="5725147"/>
            <a:ext cx="7062364" cy="526626"/>
          </a:xfrm>
        </p:spPr>
        <p:txBody>
          <a:bodyPr>
            <a:normAutofit/>
          </a:bodyPr>
          <a:lstStyle>
            <a:lvl1pPr marL="0" indent="0">
              <a:buNone/>
              <a:defRPr sz="1280"/>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3146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24205" y="1544320"/>
            <a:ext cx="7062366" cy="2113280"/>
          </a:xfrm>
        </p:spPr>
        <p:txBody>
          <a:bodyPr/>
          <a:lstStyle>
            <a:lvl1pPr>
              <a:defRPr sz="5120"/>
            </a:lvl1pPr>
          </a:lstStyle>
          <a:p>
            <a:r>
              <a:rPr lang="en-US"/>
              <a:t>Click to edit Master title style</a:t>
            </a:r>
            <a:endParaRPr lang="en-US" dirty="0"/>
          </a:p>
        </p:txBody>
      </p:sp>
      <p:sp>
        <p:nvSpPr>
          <p:cNvPr id="8" name="Text Placeholder 3"/>
          <p:cNvSpPr>
            <a:spLocks noGrp="1"/>
          </p:cNvSpPr>
          <p:nvPr>
            <p:ph type="body" sz="half" idx="2"/>
          </p:nvPr>
        </p:nvSpPr>
        <p:spPr>
          <a:xfrm>
            <a:off x="924205" y="3901440"/>
            <a:ext cx="7062366" cy="2519680"/>
          </a:xfrm>
        </p:spPr>
        <p:txBody>
          <a:bodyPr anchor="ctr">
            <a:normAutofit/>
          </a:bodyPr>
          <a:lstStyle>
            <a:lvl1pPr marL="0" indent="0">
              <a:buNone/>
              <a:defRPr sz="1920"/>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92570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60170" y="1544320"/>
            <a:ext cx="6401119" cy="2478266"/>
          </a:xfrm>
        </p:spPr>
        <p:txBody>
          <a:bodyPr/>
          <a:lstStyle>
            <a:lvl1pPr>
              <a:defRPr sz="5120"/>
            </a:lvl1pPr>
          </a:lstStyle>
          <a:p>
            <a:r>
              <a:rPr lang="en-US"/>
              <a:t>Click to edit Master title style</a:t>
            </a:r>
            <a:endParaRPr lang="en-US" dirty="0"/>
          </a:p>
        </p:txBody>
      </p:sp>
      <p:sp>
        <p:nvSpPr>
          <p:cNvPr id="11" name="Text Placeholder 3"/>
          <p:cNvSpPr>
            <a:spLocks noGrp="1"/>
          </p:cNvSpPr>
          <p:nvPr>
            <p:ph type="body" sz="half" idx="14"/>
          </p:nvPr>
        </p:nvSpPr>
        <p:spPr>
          <a:xfrm>
            <a:off x="1544723" y="4022585"/>
            <a:ext cx="5825236" cy="364986"/>
          </a:xfrm>
        </p:spPr>
        <p:txBody>
          <a:bodyPr vert="horz" lIns="91440" tIns="45720" rIns="91440" bIns="45720" rtlCol="0" anchor="t">
            <a:normAutofit/>
          </a:bodyPr>
          <a:lstStyle>
            <a:lvl1pPr marL="0" indent="0">
              <a:buNone/>
              <a:defRPr lang="en-US" sz="1493" b="0" i="0" kern="1200" cap="small" dirty="0">
                <a:solidFill>
                  <a:schemeClr val="bg2">
                    <a:lumMod val="40000"/>
                    <a:lumOff val="60000"/>
                  </a:schemeClr>
                </a:solidFill>
                <a:latin typeface="+mj-lt"/>
                <a:ea typeface="+mj-ea"/>
                <a:cs typeface="+mj-cs"/>
              </a:defRPr>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marL="0" lvl="0" indent="0">
              <a:buNone/>
            </a:pPr>
            <a:r>
              <a:rPr lang="en-US"/>
              <a:t>Click to edit Master text styles</a:t>
            </a:r>
          </a:p>
        </p:txBody>
      </p:sp>
      <p:sp>
        <p:nvSpPr>
          <p:cNvPr id="10" name="Text Placeholder 3"/>
          <p:cNvSpPr>
            <a:spLocks noGrp="1"/>
          </p:cNvSpPr>
          <p:nvPr>
            <p:ph type="body" sz="half" idx="2"/>
          </p:nvPr>
        </p:nvSpPr>
        <p:spPr>
          <a:xfrm>
            <a:off x="924205" y="4640701"/>
            <a:ext cx="7062366" cy="1788160"/>
          </a:xfrm>
        </p:spPr>
        <p:txBody>
          <a:bodyPr anchor="ctr">
            <a:normAutofit/>
          </a:bodyPr>
          <a:lstStyle>
            <a:lvl1pPr marL="0" indent="0">
              <a:buNone/>
              <a:defRPr sz="1920"/>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718824" y="1036004"/>
            <a:ext cx="641697" cy="209506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3014" dirty="0"/>
              <a:t>“</a:t>
            </a:r>
          </a:p>
        </p:txBody>
      </p:sp>
      <p:sp>
        <p:nvSpPr>
          <p:cNvPr id="15" name="TextBox 14"/>
          <p:cNvSpPr txBox="1"/>
          <p:nvPr/>
        </p:nvSpPr>
        <p:spPr>
          <a:xfrm>
            <a:off x="7466337" y="2788040"/>
            <a:ext cx="641697" cy="209506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3014" dirty="0"/>
              <a:t>”</a:t>
            </a:r>
          </a:p>
        </p:txBody>
      </p:sp>
    </p:spTree>
    <p:extLst>
      <p:ext uri="{BB962C8B-B14F-4D97-AF65-F5344CB8AC3E}">
        <p14:creationId xmlns:p14="http://schemas.microsoft.com/office/powerpoint/2010/main" val="34783248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24204" y="3332481"/>
            <a:ext cx="7062367" cy="1763392"/>
          </a:xfrm>
        </p:spPr>
        <p:txBody>
          <a:bodyPr anchor="b"/>
          <a:lstStyle>
            <a:lvl1pPr algn="l">
              <a:defRPr sz="4267" b="0" cap="none"/>
            </a:lvl1pPr>
          </a:lstStyle>
          <a:p>
            <a:r>
              <a:rPr lang="en-US"/>
              <a:t>Click to edit Master title style</a:t>
            </a:r>
            <a:endParaRPr lang="en-US" dirty="0"/>
          </a:p>
        </p:txBody>
      </p:sp>
      <p:sp>
        <p:nvSpPr>
          <p:cNvPr id="3" name="Text Placeholder 2"/>
          <p:cNvSpPr>
            <a:spLocks noGrp="1"/>
          </p:cNvSpPr>
          <p:nvPr>
            <p:ph type="body" idx="1"/>
          </p:nvPr>
        </p:nvSpPr>
        <p:spPr>
          <a:xfrm>
            <a:off x="924205" y="5095873"/>
            <a:ext cx="7062366" cy="917760"/>
          </a:xfrm>
        </p:spPr>
        <p:txBody>
          <a:bodyPr anchor="t"/>
          <a:lstStyle>
            <a:lvl1pPr marL="0" indent="0" algn="l">
              <a:buNone/>
              <a:defRPr sz="2133" cap="none">
                <a:solidFill>
                  <a:schemeClr val="bg2">
                    <a:lumMod val="40000"/>
                    <a:lumOff val="60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63208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480"/>
            </a:lvl1pPr>
          </a:lstStyle>
          <a:p>
            <a:r>
              <a:rPr lang="en-US"/>
              <a:t>Click to edit Master title style</a:t>
            </a:r>
            <a:endParaRPr lang="en-US" dirty="0"/>
          </a:p>
        </p:txBody>
      </p:sp>
      <p:sp>
        <p:nvSpPr>
          <p:cNvPr id="3" name="Text Placeholder 2"/>
          <p:cNvSpPr>
            <a:spLocks noGrp="1"/>
          </p:cNvSpPr>
          <p:nvPr>
            <p:ph type="body" idx="1"/>
          </p:nvPr>
        </p:nvSpPr>
        <p:spPr>
          <a:xfrm>
            <a:off x="506490" y="2113280"/>
            <a:ext cx="2358107" cy="614679"/>
          </a:xfrm>
        </p:spPr>
        <p:txBody>
          <a:bodyPr anchor="b">
            <a:noAutofit/>
          </a:bodyPr>
          <a:lstStyle>
            <a:lvl1pPr marL="0" indent="0">
              <a:buNone/>
              <a:defRPr sz="2560" b="0">
                <a:solidFill>
                  <a:schemeClr val="bg2">
                    <a:lumMod val="40000"/>
                    <a:lumOff val="6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16" name="Text Placeholder 3"/>
          <p:cNvSpPr>
            <a:spLocks noGrp="1"/>
          </p:cNvSpPr>
          <p:nvPr>
            <p:ph type="body" sz="half" idx="15"/>
          </p:nvPr>
        </p:nvSpPr>
        <p:spPr>
          <a:xfrm>
            <a:off x="522106" y="2844800"/>
            <a:ext cx="2342490" cy="3828627"/>
          </a:xfrm>
        </p:spPr>
        <p:txBody>
          <a:bodyPr anchor="t">
            <a:normAutofit/>
          </a:bodyPr>
          <a:lstStyle>
            <a:lvl1pPr marL="0" indent="0">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5" name="Text Placeholder 4"/>
          <p:cNvSpPr>
            <a:spLocks noGrp="1"/>
          </p:cNvSpPr>
          <p:nvPr>
            <p:ph type="body" sz="quarter" idx="3"/>
          </p:nvPr>
        </p:nvSpPr>
        <p:spPr>
          <a:xfrm>
            <a:off x="3107738" y="2113280"/>
            <a:ext cx="2349604" cy="614679"/>
          </a:xfrm>
        </p:spPr>
        <p:txBody>
          <a:bodyPr anchor="b">
            <a:noAutofit/>
          </a:bodyPr>
          <a:lstStyle>
            <a:lvl1pPr marL="0" indent="0">
              <a:buNone/>
              <a:defRPr sz="2560" b="0">
                <a:solidFill>
                  <a:schemeClr val="bg2">
                    <a:lumMod val="40000"/>
                    <a:lumOff val="6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19" name="Text Placeholder 3"/>
          <p:cNvSpPr>
            <a:spLocks noGrp="1"/>
          </p:cNvSpPr>
          <p:nvPr>
            <p:ph type="body" sz="half" idx="16"/>
          </p:nvPr>
        </p:nvSpPr>
        <p:spPr>
          <a:xfrm>
            <a:off x="3099292" y="2844800"/>
            <a:ext cx="2358049" cy="3828627"/>
          </a:xfrm>
        </p:spPr>
        <p:txBody>
          <a:bodyPr anchor="t">
            <a:normAutofit/>
          </a:bodyPr>
          <a:lstStyle>
            <a:lvl1pPr marL="0" indent="0">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14" name="Text Placeholder 4"/>
          <p:cNvSpPr>
            <a:spLocks noGrp="1"/>
          </p:cNvSpPr>
          <p:nvPr>
            <p:ph type="body" sz="quarter" idx="13"/>
          </p:nvPr>
        </p:nvSpPr>
        <p:spPr>
          <a:xfrm>
            <a:off x="5701245" y="2113280"/>
            <a:ext cx="2346302" cy="614679"/>
          </a:xfrm>
        </p:spPr>
        <p:txBody>
          <a:bodyPr anchor="b">
            <a:noAutofit/>
          </a:bodyPr>
          <a:lstStyle>
            <a:lvl1pPr marL="0" indent="0">
              <a:buNone/>
              <a:defRPr sz="2560" b="0">
                <a:solidFill>
                  <a:schemeClr val="bg2">
                    <a:lumMod val="40000"/>
                    <a:lumOff val="6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20" name="Text Placeholder 3"/>
          <p:cNvSpPr>
            <a:spLocks noGrp="1"/>
          </p:cNvSpPr>
          <p:nvPr>
            <p:ph type="body" sz="half" idx="17"/>
          </p:nvPr>
        </p:nvSpPr>
        <p:spPr>
          <a:xfrm>
            <a:off x="5701245" y="2844800"/>
            <a:ext cx="2346302" cy="3828627"/>
          </a:xfrm>
        </p:spPr>
        <p:txBody>
          <a:bodyPr anchor="t">
            <a:normAutofit/>
          </a:bodyPr>
          <a:lstStyle>
            <a:lvl1pPr marL="0" indent="0">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cxnSp>
        <p:nvCxnSpPr>
          <p:cNvPr id="17" name="Straight Connector 16"/>
          <p:cNvCxnSpPr/>
          <p:nvPr/>
        </p:nvCxnSpPr>
        <p:spPr>
          <a:xfrm>
            <a:off x="2981690" y="2275840"/>
            <a:ext cx="0" cy="422656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571232" y="2275840"/>
            <a:ext cx="0" cy="4231341"/>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935752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480"/>
            </a:lvl1pPr>
          </a:lstStyle>
          <a:p>
            <a:r>
              <a:rPr lang="en-US"/>
              <a:t>Click to edit Master title style</a:t>
            </a:r>
            <a:endParaRPr lang="en-US" dirty="0"/>
          </a:p>
        </p:txBody>
      </p:sp>
      <p:sp>
        <p:nvSpPr>
          <p:cNvPr id="3" name="Text Placeholder 2"/>
          <p:cNvSpPr>
            <a:spLocks noGrp="1"/>
          </p:cNvSpPr>
          <p:nvPr>
            <p:ph type="body" idx="1"/>
          </p:nvPr>
        </p:nvSpPr>
        <p:spPr>
          <a:xfrm>
            <a:off x="522107" y="4534346"/>
            <a:ext cx="2352653" cy="614679"/>
          </a:xfrm>
        </p:spPr>
        <p:txBody>
          <a:bodyPr anchor="b">
            <a:noAutofit/>
          </a:bodyPr>
          <a:lstStyle>
            <a:lvl1pPr marL="0" indent="0">
              <a:buNone/>
              <a:defRPr sz="2560" b="0">
                <a:solidFill>
                  <a:schemeClr val="bg2">
                    <a:lumMod val="40000"/>
                    <a:lumOff val="6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29" name="Picture Placeholder 2"/>
          <p:cNvSpPr>
            <a:spLocks noGrp="1" noChangeAspect="1"/>
          </p:cNvSpPr>
          <p:nvPr>
            <p:ph type="pic" idx="15"/>
          </p:nvPr>
        </p:nvSpPr>
        <p:spPr>
          <a:xfrm>
            <a:off x="522107" y="2357120"/>
            <a:ext cx="2352653" cy="16256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a:t>Click icon to add picture</a:t>
            </a:r>
            <a:endParaRPr lang="en-US" dirty="0"/>
          </a:p>
        </p:txBody>
      </p:sp>
      <p:sp>
        <p:nvSpPr>
          <p:cNvPr id="22" name="Text Placeholder 3"/>
          <p:cNvSpPr>
            <a:spLocks noGrp="1"/>
          </p:cNvSpPr>
          <p:nvPr>
            <p:ph type="body" sz="half" idx="18"/>
          </p:nvPr>
        </p:nvSpPr>
        <p:spPr>
          <a:xfrm>
            <a:off x="522107" y="5149027"/>
            <a:ext cx="2352653" cy="703135"/>
          </a:xfrm>
        </p:spPr>
        <p:txBody>
          <a:bodyPr anchor="t">
            <a:normAutofit/>
          </a:bodyPr>
          <a:lstStyle>
            <a:lvl1pPr marL="0" indent="0">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5" name="Text Placeholder 4"/>
          <p:cNvSpPr>
            <a:spLocks noGrp="1"/>
          </p:cNvSpPr>
          <p:nvPr>
            <p:ph type="body" sz="quarter" idx="3"/>
          </p:nvPr>
        </p:nvSpPr>
        <p:spPr>
          <a:xfrm>
            <a:off x="3112312" y="4534346"/>
            <a:ext cx="2345030" cy="614679"/>
          </a:xfrm>
        </p:spPr>
        <p:txBody>
          <a:bodyPr anchor="b">
            <a:noAutofit/>
          </a:bodyPr>
          <a:lstStyle>
            <a:lvl1pPr marL="0" indent="0">
              <a:buNone/>
              <a:defRPr sz="2560" b="0">
                <a:solidFill>
                  <a:schemeClr val="bg2">
                    <a:lumMod val="40000"/>
                    <a:lumOff val="6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30" name="Picture Placeholder 2"/>
          <p:cNvSpPr>
            <a:spLocks noGrp="1" noChangeAspect="1"/>
          </p:cNvSpPr>
          <p:nvPr>
            <p:ph type="pic" idx="21"/>
          </p:nvPr>
        </p:nvSpPr>
        <p:spPr>
          <a:xfrm>
            <a:off x="3112311" y="2357120"/>
            <a:ext cx="2345030" cy="16256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a:t>Click icon to add picture</a:t>
            </a:r>
            <a:endParaRPr lang="en-US" dirty="0"/>
          </a:p>
        </p:txBody>
      </p:sp>
      <p:sp>
        <p:nvSpPr>
          <p:cNvPr id="23" name="Text Placeholder 3"/>
          <p:cNvSpPr>
            <a:spLocks noGrp="1"/>
          </p:cNvSpPr>
          <p:nvPr>
            <p:ph type="body" sz="half" idx="19"/>
          </p:nvPr>
        </p:nvSpPr>
        <p:spPr>
          <a:xfrm>
            <a:off x="3111228" y="5149026"/>
            <a:ext cx="2348137" cy="703135"/>
          </a:xfrm>
        </p:spPr>
        <p:txBody>
          <a:bodyPr anchor="t">
            <a:normAutofit/>
          </a:bodyPr>
          <a:lstStyle>
            <a:lvl1pPr marL="0" indent="0">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14" name="Text Placeholder 4"/>
          <p:cNvSpPr>
            <a:spLocks noGrp="1"/>
          </p:cNvSpPr>
          <p:nvPr>
            <p:ph type="body" sz="quarter" idx="13"/>
          </p:nvPr>
        </p:nvSpPr>
        <p:spPr>
          <a:xfrm>
            <a:off x="5701245" y="4534346"/>
            <a:ext cx="2346302" cy="614679"/>
          </a:xfrm>
        </p:spPr>
        <p:txBody>
          <a:bodyPr anchor="b">
            <a:noAutofit/>
          </a:bodyPr>
          <a:lstStyle>
            <a:lvl1pPr marL="0" indent="0">
              <a:buNone/>
              <a:defRPr sz="2560" b="0">
                <a:solidFill>
                  <a:schemeClr val="bg2">
                    <a:lumMod val="40000"/>
                    <a:lumOff val="60000"/>
                  </a:schemeClr>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31" name="Picture Placeholder 2"/>
          <p:cNvSpPr>
            <a:spLocks noGrp="1" noChangeAspect="1"/>
          </p:cNvSpPr>
          <p:nvPr>
            <p:ph type="pic" idx="22"/>
          </p:nvPr>
        </p:nvSpPr>
        <p:spPr>
          <a:xfrm>
            <a:off x="5701244" y="2357120"/>
            <a:ext cx="2346302" cy="16256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a:t>Click icon to add picture</a:t>
            </a:r>
            <a:endParaRPr lang="en-US" dirty="0"/>
          </a:p>
        </p:txBody>
      </p:sp>
      <p:sp>
        <p:nvSpPr>
          <p:cNvPr id="24" name="Text Placeholder 3"/>
          <p:cNvSpPr>
            <a:spLocks noGrp="1"/>
          </p:cNvSpPr>
          <p:nvPr>
            <p:ph type="body" sz="half" idx="20"/>
          </p:nvPr>
        </p:nvSpPr>
        <p:spPr>
          <a:xfrm>
            <a:off x="5701146" y="5149023"/>
            <a:ext cx="2349409" cy="703135"/>
          </a:xfrm>
        </p:spPr>
        <p:txBody>
          <a:bodyPr anchor="t">
            <a:normAutofit/>
          </a:bodyPr>
          <a:lstStyle>
            <a:lvl1pPr marL="0" indent="0">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cxnSp>
        <p:nvCxnSpPr>
          <p:cNvPr id="19" name="Straight Connector 18"/>
          <p:cNvCxnSpPr/>
          <p:nvPr/>
        </p:nvCxnSpPr>
        <p:spPr>
          <a:xfrm>
            <a:off x="2981690" y="2275840"/>
            <a:ext cx="0" cy="422656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571232" y="2275840"/>
            <a:ext cx="0" cy="4231341"/>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092114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1469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5101" y="458896"/>
            <a:ext cx="1402446" cy="6214533"/>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522107" y="824752"/>
            <a:ext cx="5940066" cy="5848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286434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61004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71911" y="2682242"/>
            <a:ext cx="7040481" cy="2413633"/>
          </a:xfrm>
        </p:spPr>
        <p:txBody>
          <a:bodyPr anchor="b">
            <a:normAutofit/>
          </a:bodyPr>
          <a:lstStyle>
            <a:lvl1pPr>
              <a:defRPr sz="5760"/>
            </a:lvl1pPr>
          </a:lstStyle>
          <a:p>
            <a:r>
              <a:rPr lang="en-US"/>
              <a:t>Click to edit Master title style</a:t>
            </a:r>
            <a:endParaRPr lang="en-US" dirty="0"/>
          </a:p>
        </p:txBody>
      </p:sp>
      <p:sp>
        <p:nvSpPr>
          <p:cNvPr id="3" name="Subtitle 2"/>
          <p:cNvSpPr>
            <a:spLocks noGrp="1"/>
          </p:cNvSpPr>
          <p:nvPr>
            <p:ph type="subTitle" idx="1"/>
          </p:nvPr>
        </p:nvSpPr>
        <p:spPr>
          <a:xfrm>
            <a:off x="2071911" y="5095872"/>
            <a:ext cx="7040481" cy="1201369"/>
          </a:xfrm>
        </p:spPr>
        <p:txBody>
          <a:bodyPr anchor="t"/>
          <a:lstStyle>
            <a:lvl1pPr marL="0" indent="0" algn="l">
              <a:buNone/>
              <a:defRPr>
                <a:solidFill>
                  <a:schemeClr val="tx1">
                    <a:lumMod val="65000"/>
                    <a:lumOff val="35000"/>
                  </a:schemeClr>
                </a:solidFill>
              </a:defRPr>
            </a:lvl1pPr>
            <a:lvl2pPr marL="487695" indent="0" algn="ctr">
              <a:buNone/>
              <a:defRPr>
                <a:solidFill>
                  <a:schemeClr val="tx1">
                    <a:tint val="75000"/>
                  </a:schemeClr>
                </a:solidFill>
              </a:defRPr>
            </a:lvl2pPr>
            <a:lvl3pPr marL="975390" indent="0" algn="ctr">
              <a:buNone/>
              <a:defRPr>
                <a:solidFill>
                  <a:schemeClr val="tx1">
                    <a:tint val="75000"/>
                  </a:schemeClr>
                </a:solidFill>
              </a:defRPr>
            </a:lvl3pPr>
            <a:lvl4pPr marL="1463086" indent="0" algn="ctr">
              <a:buNone/>
              <a:defRPr>
                <a:solidFill>
                  <a:schemeClr val="tx1">
                    <a:tint val="75000"/>
                  </a:schemeClr>
                </a:solidFill>
              </a:defRPr>
            </a:lvl4pPr>
            <a:lvl5pPr marL="1950781" indent="0" algn="ctr">
              <a:buNone/>
              <a:defRPr>
                <a:solidFill>
                  <a:schemeClr val="tx1">
                    <a:tint val="75000"/>
                  </a:schemeClr>
                </a:solidFill>
              </a:defRPr>
            </a:lvl5pPr>
            <a:lvl6pPr marL="2438476" indent="0" algn="ctr">
              <a:buNone/>
              <a:defRPr>
                <a:solidFill>
                  <a:schemeClr val="tx1">
                    <a:tint val="75000"/>
                  </a:schemeClr>
                </a:solidFill>
              </a:defRPr>
            </a:lvl6pPr>
            <a:lvl7pPr marL="2926171" indent="0" algn="ctr">
              <a:buNone/>
              <a:defRPr>
                <a:solidFill>
                  <a:schemeClr val="tx1">
                    <a:tint val="75000"/>
                  </a:schemeClr>
                </a:solidFill>
              </a:defRPr>
            </a:lvl7pPr>
            <a:lvl8pPr marL="3413867" indent="0" algn="ctr">
              <a:buNone/>
              <a:defRPr>
                <a:solidFill>
                  <a:schemeClr val="tx1">
                    <a:tint val="75000"/>
                  </a:schemeClr>
                </a:solidFill>
              </a:defRPr>
            </a:lvl8pPr>
            <a:lvl9pPr marL="3901562"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8"/>
          <p:cNvSpPr/>
          <p:nvPr/>
        </p:nvSpPr>
        <p:spPr bwMode="auto">
          <a:xfrm>
            <a:off x="-33833" y="4609236"/>
            <a:ext cx="1488505" cy="833900"/>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51556" y="4831511"/>
            <a:ext cx="623977" cy="389467"/>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872209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74882" y="665717"/>
            <a:ext cx="7028479" cy="1366283"/>
          </a:xfrm>
        </p:spPr>
        <p:txBody>
          <a:bodyPr/>
          <a:lstStyle/>
          <a:p>
            <a:r>
              <a:rPr lang="en-US"/>
              <a:t>Click to edit Master title style</a:t>
            </a:r>
            <a:endParaRPr lang="en-US" dirty="0"/>
          </a:p>
        </p:txBody>
      </p:sp>
      <p:sp>
        <p:nvSpPr>
          <p:cNvPr id="3" name="Content Placeholder 2"/>
          <p:cNvSpPr>
            <a:spLocks noGrp="1"/>
          </p:cNvSpPr>
          <p:nvPr>
            <p:ph idx="1"/>
          </p:nvPr>
        </p:nvSpPr>
        <p:spPr>
          <a:xfrm>
            <a:off x="2071910" y="2275840"/>
            <a:ext cx="7031451" cy="4029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smtClean="0"/>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62" y="758607"/>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36207645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71910" y="2212866"/>
            <a:ext cx="7031451" cy="1566720"/>
          </a:xfrm>
        </p:spPr>
        <p:txBody>
          <a:bodyPr anchor="b"/>
          <a:lstStyle>
            <a:lvl1pPr algn="l">
              <a:defRPr sz="4267" b="0" cap="none"/>
            </a:lvl1pPr>
          </a:lstStyle>
          <a:p>
            <a:r>
              <a:rPr lang="en-US"/>
              <a:t>Click to edit Master title style</a:t>
            </a:r>
            <a:endParaRPr lang="en-US" dirty="0"/>
          </a:p>
        </p:txBody>
      </p:sp>
      <p:sp>
        <p:nvSpPr>
          <p:cNvPr id="3" name="Text Placeholder 2"/>
          <p:cNvSpPr>
            <a:spLocks noGrp="1"/>
          </p:cNvSpPr>
          <p:nvPr>
            <p:ph type="body" idx="1"/>
          </p:nvPr>
        </p:nvSpPr>
        <p:spPr>
          <a:xfrm>
            <a:off x="2071910" y="3820160"/>
            <a:ext cx="7031451" cy="917760"/>
          </a:xfrm>
        </p:spPr>
        <p:txBody>
          <a:bodyPr anchor="t"/>
          <a:lstStyle>
            <a:lvl1pPr marL="0" indent="0" algn="l">
              <a:buNone/>
              <a:defRPr sz="2133">
                <a:solidFill>
                  <a:schemeClr val="tx1">
                    <a:lumMod val="65000"/>
                    <a:lumOff val="35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62" y="3377629"/>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45310" y="3460416"/>
            <a:ext cx="623977" cy="389467"/>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581023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71911" y="2279154"/>
            <a:ext cx="3410700" cy="401855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93128" y="2279154"/>
            <a:ext cx="3410233" cy="401855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14-Jan-24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62" y="758607"/>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45310" y="840302"/>
            <a:ext cx="623977" cy="389467"/>
          </a:xfrm>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23227543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416375" y="2375068"/>
            <a:ext cx="3066236" cy="614679"/>
          </a:xfrm>
        </p:spPr>
        <p:txBody>
          <a:bodyPr anchor="b">
            <a:noAutofit/>
          </a:bodyPr>
          <a:lstStyle>
            <a:lvl1pPr marL="0" indent="0">
              <a:buNone/>
              <a:defRPr sz="2560" b="0"/>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4" name="Content Placeholder 3"/>
          <p:cNvSpPr>
            <a:spLocks noGrp="1"/>
          </p:cNvSpPr>
          <p:nvPr>
            <p:ph sz="half" idx="2"/>
          </p:nvPr>
        </p:nvSpPr>
        <p:spPr>
          <a:xfrm>
            <a:off x="2071909" y="2989748"/>
            <a:ext cx="3410701" cy="33127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33232" y="2371625"/>
            <a:ext cx="3064788" cy="614679"/>
          </a:xfrm>
        </p:spPr>
        <p:txBody>
          <a:bodyPr anchor="b">
            <a:noAutofit/>
          </a:bodyPr>
          <a:lstStyle>
            <a:lvl1pPr marL="0" indent="0">
              <a:buNone/>
              <a:defRPr sz="2560" b="0"/>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6" name="Content Placeholder 5"/>
          <p:cNvSpPr>
            <a:spLocks noGrp="1"/>
          </p:cNvSpPr>
          <p:nvPr>
            <p:ph sz="quarter" idx="4"/>
          </p:nvPr>
        </p:nvSpPr>
        <p:spPr>
          <a:xfrm>
            <a:off x="5689296" y="2986304"/>
            <a:ext cx="3408725" cy="33127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Freeform 11"/>
          <p:cNvSpPr/>
          <p:nvPr/>
        </p:nvSpPr>
        <p:spPr bwMode="auto">
          <a:xfrm flipV="1">
            <a:off x="62" y="758607"/>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45310" y="840302"/>
            <a:ext cx="623977" cy="389467"/>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985007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074880" y="665717"/>
            <a:ext cx="7028480" cy="1366283"/>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8" name="Freeform 11"/>
          <p:cNvSpPr/>
          <p:nvPr/>
        </p:nvSpPr>
        <p:spPr bwMode="auto">
          <a:xfrm flipV="1">
            <a:off x="62" y="758607"/>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18626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62" y="758607"/>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32085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1909" y="475827"/>
            <a:ext cx="2804890" cy="1041399"/>
          </a:xfrm>
        </p:spPr>
        <p:txBody>
          <a:bodyPr anchor="b"/>
          <a:lstStyle>
            <a:lvl1pPr algn="l">
              <a:defRPr sz="2133" b="0"/>
            </a:lvl1pPr>
          </a:lstStyle>
          <a:p>
            <a:r>
              <a:rPr lang="en-US"/>
              <a:t>Click to edit Master title style</a:t>
            </a:r>
            <a:endParaRPr lang="en-US" dirty="0"/>
          </a:p>
        </p:txBody>
      </p:sp>
      <p:sp>
        <p:nvSpPr>
          <p:cNvPr id="3" name="Content Placeholder 2"/>
          <p:cNvSpPr>
            <a:spLocks noGrp="1"/>
          </p:cNvSpPr>
          <p:nvPr>
            <p:ph idx="1"/>
          </p:nvPr>
        </p:nvSpPr>
        <p:spPr>
          <a:xfrm>
            <a:off x="5059727" y="475829"/>
            <a:ext cx="4043633" cy="5775961"/>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71909" y="1705187"/>
            <a:ext cx="2804890" cy="4546598"/>
          </a:xfrm>
        </p:spPr>
        <p:txBody>
          <a:bodyPr/>
          <a:lstStyle>
            <a:lvl1pPr marL="0" indent="0">
              <a:buNone/>
              <a:defRPr sz="1493"/>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62" y="758607"/>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499438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1910" y="5120640"/>
            <a:ext cx="7031451" cy="604521"/>
          </a:xfrm>
        </p:spPr>
        <p:txBody>
          <a:bodyPr anchor="b">
            <a:normAutofit/>
          </a:bodyPr>
          <a:lstStyle>
            <a:lvl1pPr algn="l">
              <a:defRPr sz="256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071910" y="677296"/>
            <a:ext cx="7031451" cy="4111968"/>
          </a:xfrm>
        </p:spPr>
        <p:txBody>
          <a:bodyPr anchor="t">
            <a:normAutofit/>
          </a:bodyPr>
          <a:lstStyle>
            <a:lvl1pPr marL="0" indent="0" algn="ctr">
              <a:buNone/>
              <a:defRPr sz="1707"/>
            </a:lvl1pPr>
            <a:lvl2pPr marL="487695" indent="0">
              <a:buNone/>
              <a:defRPr sz="1707"/>
            </a:lvl2pPr>
            <a:lvl3pPr marL="975390" indent="0">
              <a:buNone/>
              <a:defRPr sz="1707"/>
            </a:lvl3pPr>
            <a:lvl4pPr marL="1463086" indent="0">
              <a:buNone/>
              <a:defRPr sz="1707"/>
            </a:lvl4pPr>
            <a:lvl5pPr marL="1950781" indent="0">
              <a:buNone/>
              <a:defRPr sz="1707"/>
            </a:lvl5pPr>
            <a:lvl6pPr marL="2438476" indent="0">
              <a:buNone/>
              <a:defRPr sz="1707"/>
            </a:lvl6pPr>
            <a:lvl7pPr marL="2926171" indent="0">
              <a:buNone/>
              <a:defRPr sz="1707"/>
            </a:lvl7pPr>
            <a:lvl8pPr marL="3413867" indent="0">
              <a:buNone/>
              <a:defRPr sz="1707"/>
            </a:lvl8pPr>
            <a:lvl9pPr marL="3901562" indent="0">
              <a:buNone/>
              <a:defRPr sz="1707"/>
            </a:lvl9pPr>
          </a:lstStyle>
          <a:p>
            <a:r>
              <a:rPr lang="en-US"/>
              <a:t>Click icon to add picture</a:t>
            </a:r>
            <a:endParaRPr lang="en-US" dirty="0"/>
          </a:p>
        </p:txBody>
      </p:sp>
      <p:sp>
        <p:nvSpPr>
          <p:cNvPr id="4" name="Text Placeholder 3"/>
          <p:cNvSpPr>
            <a:spLocks noGrp="1"/>
          </p:cNvSpPr>
          <p:nvPr>
            <p:ph type="body" sz="half" idx="2"/>
          </p:nvPr>
        </p:nvSpPr>
        <p:spPr>
          <a:xfrm>
            <a:off x="2071910" y="5725161"/>
            <a:ext cx="7031451" cy="526626"/>
          </a:xfrm>
        </p:spPr>
        <p:txBody>
          <a:bodyPr>
            <a:normAutofit/>
          </a:bodyPr>
          <a:lstStyle>
            <a:lvl1pPr marL="0" indent="0">
              <a:buNone/>
              <a:defRPr sz="1280"/>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62" y="5238038"/>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45310" y="5315294"/>
            <a:ext cx="623977" cy="389467"/>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45492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071910" y="650240"/>
            <a:ext cx="7031451" cy="3324843"/>
          </a:xfrm>
        </p:spPr>
        <p:txBody>
          <a:bodyPr anchor="ctr">
            <a:normAutofit/>
          </a:bodyPr>
          <a:lstStyle>
            <a:lvl1pPr algn="l">
              <a:defRPr sz="5120" b="0" cap="none"/>
            </a:lvl1pPr>
          </a:lstStyle>
          <a:p>
            <a:r>
              <a:rPr lang="en-US"/>
              <a:t>Click to edit Master title style</a:t>
            </a:r>
            <a:endParaRPr lang="en-US" dirty="0"/>
          </a:p>
        </p:txBody>
      </p:sp>
      <p:sp>
        <p:nvSpPr>
          <p:cNvPr id="3" name="Text Placeholder 2"/>
          <p:cNvSpPr>
            <a:spLocks noGrp="1"/>
          </p:cNvSpPr>
          <p:nvPr>
            <p:ph type="body" idx="1"/>
          </p:nvPr>
        </p:nvSpPr>
        <p:spPr>
          <a:xfrm>
            <a:off x="2071910" y="4644316"/>
            <a:ext cx="7031451" cy="1659588"/>
          </a:xfrm>
        </p:spPr>
        <p:txBody>
          <a:bodyPr anchor="ctr">
            <a:normAutofit/>
          </a:bodyPr>
          <a:lstStyle>
            <a:lvl1pPr marL="0" indent="0" algn="l">
              <a:buNone/>
              <a:defRPr sz="1920">
                <a:solidFill>
                  <a:schemeClr val="tx1">
                    <a:lumMod val="65000"/>
                    <a:lumOff val="35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62" y="3377629"/>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45310" y="3460416"/>
            <a:ext cx="623977" cy="389467"/>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034688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33998" y="650240"/>
            <a:ext cx="6516893" cy="3088640"/>
          </a:xfrm>
        </p:spPr>
        <p:txBody>
          <a:bodyPr anchor="ctr">
            <a:normAutofit/>
          </a:bodyPr>
          <a:lstStyle>
            <a:lvl1pPr algn="l">
              <a:defRPr sz="512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577037" y="3738880"/>
            <a:ext cx="6030814" cy="406400"/>
          </a:xfrm>
        </p:spPr>
        <p:txBody>
          <a:bodyPr anchor="ctr">
            <a:noAutofit/>
          </a:bodyPr>
          <a:lstStyle>
            <a:lvl1pPr marL="0" indent="0">
              <a:buFontTx/>
              <a:buNone/>
              <a:defRPr sz="1707">
                <a:solidFill>
                  <a:schemeClr val="tx1">
                    <a:lumMod val="50000"/>
                    <a:lumOff val="50000"/>
                  </a:schemeClr>
                </a:solidFill>
              </a:defRPr>
            </a:lvl1pPr>
            <a:lvl2pPr marL="487695" indent="0">
              <a:buFontTx/>
              <a:buNone/>
              <a:defRPr/>
            </a:lvl2pPr>
            <a:lvl3pPr marL="975390" indent="0">
              <a:buFontTx/>
              <a:buNone/>
              <a:defRPr/>
            </a:lvl3pPr>
            <a:lvl4pPr marL="1463086" indent="0">
              <a:buFontTx/>
              <a:buNone/>
              <a:defRPr/>
            </a:lvl4pPr>
            <a:lvl5pPr marL="1950781" indent="0">
              <a:buFontTx/>
              <a:buNone/>
              <a:defRPr/>
            </a:lvl5pPr>
          </a:lstStyle>
          <a:p>
            <a:pPr lvl="0"/>
            <a:r>
              <a:rPr lang="en-US"/>
              <a:t>Click to edit Master text styles</a:t>
            </a:r>
          </a:p>
        </p:txBody>
      </p:sp>
      <p:sp>
        <p:nvSpPr>
          <p:cNvPr id="3" name="Text Placeholder 2"/>
          <p:cNvSpPr>
            <a:spLocks noGrp="1"/>
          </p:cNvSpPr>
          <p:nvPr>
            <p:ph type="body" idx="1"/>
          </p:nvPr>
        </p:nvSpPr>
        <p:spPr>
          <a:xfrm>
            <a:off x="2071910" y="4644316"/>
            <a:ext cx="7031451" cy="1659588"/>
          </a:xfrm>
        </p:spPr>
        <p:txBody>
          <a:bodyPr anchor="ctr">
            <a:normAutofit/>
          </a:bodyPr>
          <a:lstStyle>
            <a:lvl1pPr marL="0" indent="0" algn="l">
              <a:buNone/>
              <a:defRPr sz="1920">
                <a:solidFill>
                  <a:schemeClr val="tx1">
                    <a:lumMod val="65000"/>
                    <a:lumOff val="35000"/>
                  </a:schemeClr>
                </a:solidFill>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Freeform 11"/>
          <p:cNvSpPr/>
          <p:nvPr/>
        </p:nvSpPr>
        <p:spPr bwMode="auto">
          <a:xfrm flipV="1">
            <a:off x="62" y="3377629"/>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45310" y="3460416"/>
            <a:ext cx="623977" cy="389467"/>
          </a:xfrm>
        </p:spPr>
        <p:txBody>
          <a:bodyPr/>
          <a:lstStyle/>
          <a:p>
            <a:fld id="{D57F1E4F-1CFF-5643-939E-217C01CDF565}" type="slidenum">
              <a:rPr lang="en-US" smtClean="0"/>
              <a:pPr/>
              <a:t>‹#›</a:t>
            </a:fld>
            <a:endParaRPr lang="en-US" dirty="0"/>
          </a:p>
        </p:txBody>
      </p:sp>
      <p:sp>
        <p:nvSpPr>
          <p:cNvPr id="14" name="TextBox 13"/>
          <p:cNvSpPr txBox="1"/>
          <p:nvPr/>
        </p:nvSpPr>
        <p:spPr>
          <a:xfrm>
            <a:off x="1928871" y="691205"/>
            <a:ext cx="487807" cy="623761"/>
          </a:xfrm>
          <a:prstGeom prst="rect">
            <a:avLst/>
          </a:prstGeom>
        </p:spPr>
        <p:txBody>
          <a:bodyPr vert="horz" lIns="97536" tIns="48768" rIns="97536" bIns="48768" rtlCol="0" anchor="ctr">
            <a:noAutofit/>
          </a:bodyPr>
          <a:lstStyle/>
          <a:p>
            <a:pPr lvl="0"/>
            <a:r>
              <a:rPr lang="en-US" sz="8534" baseline="0" dirty="0">
                <a:ln w="3175" cmpd="sng">
                  <a:noFill/>
                </a:ln>
                <a:solidFill>
                  <a:schemeClr val="accent1"/>
                </a:solidFill>
                <a:effectLst/>
                <a:latin typeface="Arial"/>
              </a:rPr>
              <a:t>“</a:t>
            </a:r>
          </a:p>
        </p:txBody>
      </p:sp>
      <p:sp>
        <p:nvSpPr>
          <p:cNvPr id="15" name="TextBox 14"/>
          <p:cNvSpPr txBox="1"/>
          <p:nvPr/>
        </p:nvSpPr>
        <p:spPr>
          <a:xfrm>
            <a:off x="8714169" y="3098993"/>
            <a:ext cx="487807" cy="623761"/>
          </a:xfrm>
          <a:prstGeom prst="rect">
            <a:avLst/>
          </a:prstGeom>
        </p:spPr>
        <p:txBody>
          <a:bodyPr vert="horz" lIns="97536" tIns="48768" rIns="97536" bIns="48768" rtlCol="0" anchor="ctr">
            <a:noAutofit/>
          </a:bodyPr>
          <a:lstStyle/>
          <a:p>
            <a:pPr lvl="0"/>
            <a:r>
              <a:rPr lang="en-US" sz="8534"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100080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071910" y="2600962"/>
            <a:ext cx="7031451" cy="2906501"/>
          </a:xfrm>
        </p:spPr>
        <p:txBody>
          <a:bodyPr anchor="b">
            <a:normAutofit/>
          </a:bodyPr>
          <a:lstStyle>
            <a:lvl1pPr algn="l">
              <a:defRPr sz="5120" b="0"/>
            </a:lvl1pPr>
          </a:lstStyle>
          <a:p>
            <a:r>
              <a:rPr lang="en-US"/>
              <a:t>Click to edit Master title style</a:t>
            </a:r>
            <a:endParaRPr lang="en-US" dirty="0"/>
          </a:p>
        </p:txBody>
      </p:sp>
      <p:sp>
        <p:nvSpPr>
          <p:cNvPr id="4" name="Text Placeholder 3"/>
          <p:cNvSpPr>
            <a:spLocks noGrp="1"/>
          </p:cNvSpPr>
          <p:nvPr>
            <p:ph type="body" sz="half" idx="2"/>
          </p:nvPr>
        </p:nvSpPr>
        <p:spPr>
          <a:xfrm>
            <a:off x="2071910" y="5527040"/>
            <a:ext cx="7031451" cy="778263"/>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62" y="5238038"/>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45310" y="5315294"/>
            <a:ext cx="623977" cy="389467"/>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49474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333998" y="650240"/>
            <a:ext cx="6516893" cy="3088640"/>
          </a:xfrm>
        </p:spPr>
        <p:txBody>
          <a:bodyPr anchor="ctr">
            <a:normAutofit/>
          </a:bodyPr>
          <a:lstStyle>
            <a:lvl1pPr algn="l">
              <a:defRPr sz="512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071909" y="4632960"/>
            <a:ext cx="7134178" cy="894080"/>
          </a:xfrm>
        </p:spPr>
        <p:txBody>
          <a:bodyPr anchor="b">
            <a:noAutofit/>
          </a:bodyPr>
          <a:lstStyle>
            <a:lvl1pPr marL="0" indent="0">
              <a:buFontTx/>
              <a:buNone/>
              <a:defRPr sz="2560">
                <a:solidFill>
                  <a:schemeClr val="accent1"/>
                </a:solidFill>
              </a:defRPr>
            </a:lvl1pPr>
            <a:lvl2pPr marL="487695" indent="0">
              <a:buFontTx/>
              <a:buNone/>
              <a:defRPr/>
            </a:lvl2pPr>
            <a:lvl3pPr marL="975390" indent="0">
              <a:buFontTx/>
              <a:buNone/>
              <a:defRPr/>
            </a:lvl3pPr>
            <a:lvl4pPr marL="1463086" indent="0">
              <a:buFontTx/>
              <a:buNone/>
              <a:defRPr/>
            </a:lvl4pPr>
            <a:lvl5pPr marL="1950781"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071909" y="5527040"/>
            <a:ext cx="7134178" cy="778263"/>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20" name="Freeform 11"/>
          <p:cNvSpPr/>
          <p:nvPr/>
        </p:nvSpPr>
        <p:spPr bwMode="auto">
          <a:xfrm flipV="1">
            <a:off x="62" y="5238038"/>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45310" y="5315294"/>
            <a:ext cx="623977" cy="389467"/>
          </a:xfrm>
        </p:spPr>
        <p:txBody>
          <a:bodyPr/>
          <a:lstStyle/>
          <a:p>
            <a:fld id="{D57F1E4F-1CFF-5643-939E-217C01CDF565}" type="slidenum">
              <a:rPr lang="en-US" smtClean="0"/>
              <a:pPr/>
              <a:t>‹#›</a:t>
            </a:fld>
            <a:endParaRPr lang="en-US" dirty="0"/>
          </a:p>
        </p:txBody>
      </p:sp>
      <p:sp>
        <p:nvSpPr>
          <p:cNvPr id="11" name="TextBox 10"/>
          <p:cNvSpPr txBox="1"/>
          <p:nvPr/>
        </p:nvSpPr>
        <p:spPr>
          <a:xfrm>
            <a:off x="1928871" y="691205"/>
            <a:ext cx="487807" cy="623761"/>
          </a:xfrm>
          <a:prstGeom prst="rect">
            <a:avLst/>
          </a:prstGeom>
        </p:spPr>
        <p:txBody>
          <a:bodyPr vert="horz" lIns="97536" tIns="48768" rIns="97536" bIns="48768" rtlCol="0" anchor="ctr">
            <a:noAutofit/>
          </a:bodyPr>
          <a:lstStyle/>
          <a:p>
            <a:pPr lvl="0"/>
            <a:r>
              <a:rPr lang="en-US" sz="8534" baseline="0" dirty="0">
                <a:ln w="3175" cmpd="sng">
                  <a:noFill/>
                </a:ln>
                <a:solidFill>
                  <a:schemeClr val="accent1"/>
                </a:solidFill>
                <a:effectLst/>
                <a:latin typeface="Arial"/>
              </a:rPr>
              <a:t>“</a:t>
            </a:r>
          </a:p>
        </p:txBody>
      </p:sp>
      <p:sp>
        <p:nvSpPr>
          <p:cNvPr id="12" name="TextBox 11"/>
          <p:cNvSpPr txBox="1"/>
          <p:nvPr/>
        </p:nvSpPr>
        <p:spPr>
          <a:xfrm>
            <a:off x="8714169" y="3098993"/>
            <a:ext cx="487807" cy="623761"/>
          </a:xfrm>
          <a:prstGeom prst="rect">
            <a:avLst/>
          </a:prstGeom>
        </p:spPr>
        <p:txBody>
          <a:bodyPr vert="horz" lIns="97536" tIns="48768" rIns="97536" bIns="48768" rtlCol="0" anchor="ctr">
            <a:noAutofit/>
          </a:bodyPr>
          <a:lstStyle/>
          <a:p>
            <a:pPr lvl="0"/>
            <a:r>
              <a:rPr lang="en-US" sz="8534"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599090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071910" y="669234"/>
            <a:ext cx="7031450" cy="3072021"/>
          </a:xfrm>
        </p:spPr>
        <p:txBody>
          <a:bodyPr anchor="ctr">
            <a:normAutofit/>
          </a:bodyPr>
          <a:lstStyle>
            <a:lvl1pPr algn="l">
              <a:defRPr sz="5120" b="0"/>
            </a:lvl1pPr>
          </a:lstStyle>
          <a:p>
            <a:r>
              <a:rPr lang="en-US"/>
              <a:t>Click to edit Master title style</a:t>
            </a:r>
            <a:endParaRPr lang="en-US" dirty="0"/>
          </a:p>
        </p:txBody>
      </p:sp>
      <p:sp>
        <p:nvSpPr>
          <p:cNvPr id="21" name="Text Placeholder 9"/>
          <p:cNvSpPr>
            <a:spLocks noGrp="1"/>
          </p:cNvSpPr>
          <p:nvPr>
            <p:ph type="body" sz="quarter" idx="13"/>
          </p:nvPr>
        </p:nvSpPr>
        <p:spPr>
          <a:xfrm>
            <a:off x="2071910" y="4632960"/>
            <a:ext cx="7031451" cy="894080"/>
          </a:xfrm>
        </p:spPr>
        <p:txBody>
          <a:bodyPr anchor="b">
            <a:noAutofit/>
          </a:bodyPr>
          <a:lstStyle>
            <a:lvl1pPr marL="0" indent="0">
              <a:buFontTx/>
              <a:buNone/>
              <a:defRPr sz="2560">
                <a:solidFill>
                  <a:schemeClr val="accent1"/>
                </a:solidFill>
              </a:defRPr>
            </a:lvl1pPr>
            <a:lvl2pPr marL="487695" indent="0">
              <a:buFontTx/>
              <a:buNone/>
              <a:defRPr/>
            </a:lvl2pPr>
            <a:lvl3pPr marL="975390" indent="0">
              <a:buFontTx/>
              <a:buNone/>
              <a:defRPr/>
            </a:lvl3pPr>
            <a:lvl4pPr marL="1463086" indent="0">
              <a:buFontTx/>
              <a:buNone/>
              <a:defRPr/>
            </a:lvl4pPr>
            <a:lvl5pPr marL="1950781"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071910" y="5527040"/>
            <a:ext cx="7031451" cy="778263"/>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62" y="5238038"/>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45310" y="5315294"/>
            <a:ext cx="623977" cy="389467"/>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70070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62" y="758607"/>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166606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37104" y="669234"/>
            <a:ext cx="1766541" cy="563607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071911" y="669234"/>
            <a:ext cx="5030771" cy="563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62" y="758607"/>
            <a:ext cx="1448913" cy="541872"/>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8909790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8738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541" y="6827520"/>
            <a:ext cx="9751060" cy="4876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756604"/>
            <a:ext cx="9751060" cy="682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77824" y="809549"/>
            <a:ext cx="8046720" cy="3803904"/>
          </a:xfrm>
        </p:spPr>
        <p:txBody>
          <a:bodyPr anchor="b">
            <a:normAutofit/>
          </a:bodyPr>
          <a:lstStyle>
            <a:lvl1pPr algn="l">
              <a:lnSpc>
                <a:spcPct val="85000"/>
              </a:lnSpc>
              <a:defRPr sz="8534" spc="-53"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80041" y="4752662"/>
            <a:ext cx="8046720" cy="1219200"/>
          </a:xfrm>
        </p:spPr>
        <p:txBody>
          <a:bodyPr lIns="91440" rIns="91440">
            <a:normAutofit/>
          </a:bodyPr>
          <a:lstStyle>
            <a:lvl1pPr marL="0" indent="0" algn="l">
              <a:buNone/>
              <a:defRPr sz="2560" cap="all" spc="213" baseline="0">
                <a:solidFill>
                  <a:schemeClr val="tx2"/>
                </a:solidFill>
                <a:latin typeface="+mj-lt"/>
              </a:defRPr>
            </a:lvl1pPr>
            <a:lvl2pPr marL="487695" indent="0" algn="ctr">
              <a:buNone/>
              <a:defRPr sz="2560"/>
            </a:lvl2pPr>
            <a:lvl3pPr marL="975390" indent="0" algn="ctr">
              <a:buNone/>
              <a:defRPr sz="2560"/>
            </a:lvl3pPr>
            <a:lvl4pPr marL="1463086" indent="0" algn="ctr">
              <a:buNone/>
              <a:defRPr sz="2133"/>
            </a:lvl4pPr>
            <a:lvl5pPr marL="1950781" indent="0" algn="ctr">
              <a:buNone/>
              <a:defRPr sz="2133"/>
            </a:lvl5pPr>
            <a:lvl6pPr marL="2438476" indent="0" algn="ctr">
              <a:buNone/>
              <a:defRPr sz="2133"/>
            </a:lvl6pPr>
            <a:lvl7pPr marL="2926171" indent="0" algn="ctr">
              <a:buNone/>
              <a:defRPr sz="2133"/>
            </a:lvl7pPr>
            <a:lvl8pPr marL="3413867" indent="0" algn="ctr">
              <a:buNone/>
              <a:defRPr sz="2133"/>
            </a:lvl8pPr>
            <a:lvl9pPr marL="3901562"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966127" y="4632960"/>
            <a:ext cx="7900416"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87293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smtClean="0"/>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31152871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541" y="6827520"/>
            <a:ext cx="9751060" cy="4876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756604"/>
            <a:ext cx="9751060" cy="682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77824" y="809549"/>
            <a:ext cx="8046720" cy="3803904"/>
          </a:xfrm>
        </p:spPr>
        <p:txBody>
          <a:bodyPr anchor="b" anchorCtr="0">
            <a:normAutofit/>
          </a:bodyPr>
          <a:lstStyle>
            <a:lvl1pPr>
              <a:lnSpc>
                <a:spcPct val="85000"/>
              </a:lnSpc>
              <a:defRPr sz="8534"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77824" y="4750003"/>
            <a:ext cx="8046720" cy="1219200"/>
          </a:xfrm>
        </p:spPr>
        <p:txBody>
          <a:bodyPr lIns="91440" rIns="91440" anchor="t" anchorCtr="0">
            <a:normAutofit/>
          </a:bodyPr>
          <a:lstStyle>
            <a:lvl1pPr marL="0" indent="0">
              <a:buNone/>
              <a:defRPr sz="2560" cap="all" spc="213" baseline="0">
                <a:solidFill>
                  <a:schemeClr val="tx2"/>
                </a:solidFill>
                <a:latin typeface="+mj-lt"/>
              </a:defRPr>
            </a:lvl1pPr>
            <a:lvl2pPr marL="487695" indent="0">
              <a:buNone/>
              <a:defRPr sz="1920">
                <a:solidFill>
                  <a:schemeClr val="tx1">
                    <a:tint val="75000"/>
                  </a:schemeClr>
                </a:solidFill>
              </a:defRPr>
            </a:lvl2pPr>
            <a:lvl3pPr marL="975390" indent="0">
              <a:buNone/>
              <a:defRPr sz="1707">
                <a:solidFill>
                  <a:schemeClr val="tx1">
                    <a:tint val="75000"/>
                  </a:schemeClr>
                </a:solidFill>
              </a:defRPr>
            </a:lvl3pPr>
            <a:lvl4pPr marL="1463086" indent="0">
              <a:buNone/>
              <a:defRPr sz="1493">
                <a:solidFill>
                  <a:schemeClr val="tx1">
                    <a:tint val="75000"/>
                  </a:schemeClr>
                </a:solidFill>
              </a:defRPr>
            </a:lvl4pPr>
            <a:lvl5pPr marL="1950781" indent="0">
              <a:buNone/>
              <a:defRPr sz="1493">
                <a:solidFill>
                  <a:schemeClr val="tx1">
                    <a:tint val="75000"/>
                  </a:schemeClr>
                </a:solidFill>
              </a:defRPr>
            </a:lvl5pPr>
            <a:lvl6pPr marL="2438476" indent="0">
              <a:buNone/>
              <a:defRPr sz="1493">
                <a:solidFill>
                  <a:schemeClr val="tx1">
                    <a:tint val="75000"/>
                  </a:schemeClr>
                </a:solidFill>
              </a:defRPr>
            </a:lvl6pPr>
            <a:lvl7pPr marL="2926171" indent="0">
              <a:buNone/>
              <a:defRPr sz="1493">
                <a:solidFill>
                  <a:schemeClr val="tx1">
                    <a:tint val="75000"/>
                  </a:schemeClr>
                </a:solidFill>
              </a:defRPr>
            </a:lvl7pPr>
            <a:lvl8pPr marL="3413867" indent="0">
              <a:buNone/>
              <a:defRPr sz="1493">
                <a:solidFill>
                  <a:schemeClr val="tx1">
                    <a:tint val="75000"/>
                  </a:schemeClr>
                </a:solidFill>
              </a:defRPr>
            </a:lvl8pPr>
            <a:lvl9pPr marL="3901562" indent="0">
              <a:buNone/>
              <a:defRPr sz="149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966127" y="4632960"/>
            <a:ext cx="7900416"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58255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77824" y="305712"/>
            <a:ext cx="8046720" cy="154747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77824" y="1968783"/>
            <a:ext cx="3950208" cy="4291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74336" y="1968786"/>
            <a:ext cx="3950208" cy="42915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14-Jan-24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37246744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77824" y="305712"/>
            <a:ext cx="8046720" cy="1547474"/>
          </a:xfrm>
        </p:spPr>
        <p:txBody>
          <a:bodyPr/>
          <a:lstStyle/>
          <a:p>
            <a:r>
              <a:rPr lang="en-US"/>
              <a:t>Click to edit Master title style</a:t>
            </a:r>
            <a:endParaRPr lang="en-US" dirty="0"/>
          </a:p>
        </p:txBody>
      </p:sp>
      <p:sp>
        <p:nvSpPr>
          <p:cNvPr id="3" name="Text Placeholder 2"/>
          <p:cNvSpPr>
            <a:spLocks noGrp="1"/>
          </p:cNvSpPr>
          <p:nvPr>
            <p:ph type="body" idx="1"/>
          </p:nvPr>
        </p:nvSpPr>
        <p:spPr>
          <a:xfrm>
            <a:off x="877824" y="1969122"/>
            <a:ext cx="3950208" cy="785367"/>
          </a:xfrm>
        </p:spPr>
        <p:txBody>
          <a:bodyPr lIns="91440" rIns="91440" anchor="ctr">
            <a:normAutofit/>
          </a:bodyPr>
          <a:lstStyle>
            <a:lvl1pPr marL="0" indent="0">
              <a:buNone/>
              <a:defRPr sz="2133" b="0" cap="all" baseline="0">
                <a:solidFill>
                  <a:schemeClr val="tx2"/>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4" name="Content Placeholder 3"/>
          <p:cNvSpPr>
            <a:spLocks noGrp="1"/>
          </p:cNvSpPr>
          <p:nvPr>
            <p:ph sz="half" idx="2"/>
          </p:nvPr>
        </p:nvSpPr>
        <p:spPr>
          <a:xfrm>
            <a:off x="877824" y="2754490"/>
            <a:ext cx="3950208" cy="35058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74336" y="1969122"/>
            <a:ext cx="3950208" cy="785367"/>
          </a:xfrm>
        </p:spPr>
        <p:txBody>
          <a:bodyPr lIns="91440" rIns="91440" anchor="ctr">
            <a:normAutofit/>
          </a:bodyPr>
          <a:lstStyle>
            <a:lvl1pPr marL="0" indent="0">
              <a:buNone/>
              <a:defRPr sz="2133" b="0" cap="all" baseline="0">
                <a:solidFill>
                  <a:schemeClr val="tx2"/>
                </a:solidFill>
              </a:defRPr>
            </a:lvl1pPr>
            <a:lvl2pPr marL="487695" indent="0">
              <a:buNone/>
              <a:defRPr sz="2133" b="1"/>
            </a:lvl2pPr>
            <a:lvl3pPr marL="975390" indent="0">
              <a:buNone/>
              <a:defRPr sz="1920" b="1"/>
            </a:lvl3pPr>
            <a:lvl4pPr marL="1463086" indent="0">
              <a:buNone/>
              <a:defRPr sz="1707" b="1"/>
            </a:lvl4pPr>
            <a:lvl5pPr marL="1950781" indent="0">
              <a:buNone/>
              <a:defRPr sz="1707" b="1"/>
            </a:lvl5pPr>
            <a:lvl6pPr marL="2438476" indent="0">
              <a:buNone/>
              <a:defRPr sz="1707" b="1"/>
            </a:lvl6pPr>
            <a:lvl7pPr marL="2926171" indent="0">
              <a:buNone/>
              <a:defRPr sz="1707" b="1"/>
            </a:lvl7pPr>
            <a:lvl8pPr marL="3413867" indent="0">
              <a:buNone/>
              <a:defRPr sz="1707" b="1"/>
            </a:lvl8pPr>
            <a:lvl9pPr marL="3901562" indent="0">
              <a:buNone/>
              <a:defRPr sz="1707" b="1"/>
            </a:lvl9pPr>
          </a:lstStyle>
          <a:p>
            <a:pPr lvl="0"/>
            <a:r>
              <a:rPr lang="en-US"/>
              <a:t>Click to edit Master text styles</a:t>
            </a:r>
          </a:p>
        </p:txBody>
      </p:sp>
      <p:sp>
        <p:nvSpPr>
          <p:cNvPr id="6" name="Content Placeholder 5"/>
          <p:cNvSpPr>
            <a:spLocks noGrp="1"/>
          </p:cNvSpPr>
          <p:nvPr>
            <p:ph sz="quarter" idx="4"/>
          </p:nvPr>
        </p:nvSpPr>
        <p:spPr>
          <a:xfrm>
            <a:off x="4974336" y="2754490"/>
            <a:ext cx="3950208" cy="35058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919128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44755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541" y="6827520"/>
            <a:ext cx="9751060" cy="4876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756604"/>
            <a:ext cx="9751060" cy="682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291543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4" y="0"/>
            <a:ext cx="3240633" cy="7315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232057" y="0"/>
            <a:ext cx="51206" cy="7315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65760" y="633983"/>
            <a:ext cx="2560320" cy="2438400"/>
          </a:xfrm>
        </p:spPr>
        <p:txBody>
          <a:bodyPr anchor="b">
            <a:normAutofit/>
          </a:bodyPr>
          <a:lstStyle>
            <a:lvl1pPr>
              <a:defRPr sz="384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90920" y="780288"/>
            <a:ext cx="5343353" cy="5608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65760" y="3121152"/>
            <a:ext cx="2560320" cy="3604399"/>
          </a:xfrm>
        </p:spPr>
        <p:txBody>
          <a:bodyPr lIns="91440" rIns="91440">
            <a:normAutofit/>
          </a:bodyPr>
          <a:lstStyle>
            <a:lvl1pPr marL="0" indent="0">
              <a:buNone/>
              <a:defRPr sz="1600">
                <a:solidFill>
                  <a:srgbClr val="FFFFFF"/>
                </a:solidFill>
              </a:defRPr>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5" name="Date Placeholder 4"/>
          <p:cNvSpPr>
            <a:spLocks noGrp="1"/>
          </p:cNvSpPr>
          <p:nvPr>
            <p:ph type="dt" sz="half" idx="10"/>
          </p:nvPr>
        </p:nvSpPr>
        <p:spPr>
          <a:xfrm>
            <a:off x="372410" y="6890439"/>
            <a:ext cx="2094809" cy="389467"/>
          </a:xfrm>
        </p:spPr>
        <p:txBody>
          <a:bodyPr/>
          <a:lstStyle>
            <a:lvl1pPr algn="l">
              <a:defRPr/>
            </a:lvl1pPr>
          </a:lstStyle>
          <a:p>
            <a:fld id="{B61BEF0D-F0BB-DE4B-95CE-6DB70DBA9567}" type="datetimeFigureOut">
              <a:rPr lang="en-US" smtClean="0"/>
              <a:pPr/>
              <a:t>14-Jan-24</a:t>
            </a:fld>
            <a:endParaRPr lang="en-US" dirty="0"/>
          </a:p>
        </p:txBody>
      </p:sp>
      <p:sp>
        <p:nvSpPr>
          <p:cNvPr id="6" name="Footer Placeholder 5"/>
          <p:cNvSpPr>
            <a:spLocks noGrp="1"/>
          </p:cNvSpPr>
          <p:nvPr>
            <p:ph type="ftr" sz="quarter" idx="11"/>
          </p:nvPr>
        </p:nvSpPr>
        <p:spPr>
          <a:xfrm>
            <a:off x="3840480" y="6890439"/>
            <a:ext cx="3718560" cy="389467"/>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29930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5283200"/>
            <a:ext cx="9751060"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3" y="5242748"/>
            <a:ext cx="9751060" cy="682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77824" y="5413248"/>
            <a:ext cx="8095488" cy="877824"/>
          </a:xfrm>
        </p:spPr>
        <p:txBody>
          <a:bodyPr tIns="0" bIns="0" anchor="b">
            <a:noAutofit/>
          </a:bodyPr>
          <a:lstStyle>
            <a:lvl1pPr>
              <a:defRPr sz="384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3" y="0"/>
            <a:ext cx="9753588" cy="5242748"/>
          </a:xfrm>
          <a:blipFill>
            <a:blip r:embed="rId2"/>
            <a:stretch>
              <a:fillRect/>
            </a:stretch>
          </a:blipFill>
        </p:spPr>
        <p:txBody>
          <a:bodyPr lIns="457200" tIns="457200" anchor="t"/>
          <a:lstStyle>
            <a:lvl1pPr marL="0" indent="0">
              <a:buNone/>
              <a:defRPr sz="3413">
                <a:solidFill>
                  <a:schemeClr val="bg1"/>
                </a:solidFill>
              </a:defRPr>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r>
              <a:rPr lang="en-US"/>
              <a:t>Click icon to add picture</a:t>
            </a:r>
            <a:endParaRPr lang="en-US" dirty="0"/>
          </a:p>
        </p:txBody>
      </p:sp>
      <p:sp>
        <p:nvSpPr>
          <p:cNvPr id="4" name="Text Placeholder 3"/>
          <p:cNvSpPr>
            <a:spLocks noGrp="1"/>
          </p:cNvSpPr>
          <p:nvPr>
            <p:ph type="body" sz="half" idx="2"/>
          </p:nvPr>
        </p:nvSpPr>
        <p:spPr>
          <a:xfrm>
            <a:off x="877823" y="6300826"/>
            <a:ext cx="8095488" cy="633984"/>
          </a:xfrm>
        </p:spPr>
        <p:txBody>
          <a:bodyPr lIns="91440" tIns="0" rIns="91440" bIns="0">
            <a:normAutofit/>
          </a:bodyPr>
          <a:lstStyle>
            <a:lvl1pPr marL="0" indent="0">
              <a:spcBef>
                <a:spcPts val="0"/>
              </a:spcBef>
              <a:spcAft>
                <a:spcPts val="640"/>
              </a:spcAft>
              <a:buNone/>
              <a:defRPr sz="1600">
                <a:solidFill>
                  <a:srgbClr val="FFFFFF"/>
                </a:solidFill>
              </a:defRPr>
            </a:lvl1pPr>
            <a:lvl2pPr marL="487695" indent="0">
              <a:buNone/>
              <a:defRPr sz="1280"/>
            </a:lvl2pPr>
            <a:lvl3pPr marL="975390" indent="0">
              <a:buNone/>
              <a:defRPr sz="1067"/>
            </a:lvl3pPr>
            <a:lvl4pPr marL="1463086" indent="0">
              <a:buNone/>
              <a:defRPr sz="960"/>
            </a:lvl4pPr>
            <a:lvl5pPr marL="1950781" indent="0">
              <a:buNone/>
              <a:defRPr sz="960"/>
            </a:lvl5pPr>
            <a:lvl6pPr marL="2438476" indent="0">
              <a:buNone/>
              <a:defRPr sz="960"/>
            </a:lvl6pPr>
            <a:lvl7pPr marL="2926171" indent="0">
              <a:buNone/>
              <a:defRPr sz="960"/>
            </a:lvl7pPr>
            <a:lvl8pPr marL="3413867" indent="0">
              <a:buNone/>
              <a:defRPr sz="960"/>
            </a:lvl8pPr>
            <a:lvl9pPr marL="3901562" indent="0">
              <a:buNone/>
              <a:defRPr sz="96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032982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695962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541" y="6827520"/>
            <a:ext cx="9751060" cy="4876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756604"/>
            <a:ext cx="9751060" cy="682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979921" y="442432"/>
            <a:ext cx="2103120" cy="614124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70561" y="442431"/>
            <a:ext cx="6187440" cy="614124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3713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3.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719394" y="1788160"/>
            <a:ext cx="3007360" cy="300736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6069154" y="-487680"/>
            <a:ext cx="1706880" cy="170688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719394" y="6502400"/>
            <a:ext cx="1056640" cy="105664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64254" y="2844800"/>
            <a:ext cx="4470400" cy="44704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95774" y="3088640"/>
            <a:ext cx="2519680" cy="251968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8262020" y="0"/>
            <a:ext cx="731520" cy="1172755"/>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517024" y="482899"/>
            <a:ext cx="7525739" cy="1493899"/>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82880" y="2189787"/>
            <a:ext cx="7159098" cy="44751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994655" y="1950690"/>
            <a:ext cx="1056639" cy="243903"/>
          </a:xfrm>
          <a:prstGeom prst="rect">
            <a:avLst/>
          </a:prstGeom>
        </p:spPr>
        <p:txBody>
          <a:bodyPr vert="horz" lIns="91440" tIns="45720" rIns="91440" bIns="45720" rtlCol="0" anchor="t"/>
          <a:lstStyle>
            <a:lvl1pPr algn="l">
              <a:defRPr sz="1173" b="0" i="0">
                <a:solidFill>
                  <a:schemeClr val="tx1">
                    <a:tint val="75000"/>
                    <a:alpha val="60000"/>
                  </a:schemeClr>
                </a:solidFill>
              </a:defRPr>
            </a:lvl1p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3"/>
          </p:nvPr>
        </p:nvSpPr>
        <p:spPr>
          <a:xfrm rot="5400000">
            <a:off x="6648891" y="3480929"/>
            <a:ext cx="4117115" cy="243904"/>
          </a:xfrm>
          <a:prstGeom prst="rect">
            <a:avLst/>
          </a:prstGeom>
        </p:spPr>
        <p:txBody>
          <a:bodyPr vert="horz" lIns="91440" tIns="45720" rIns="91440" bIns="45720" rtlCol="0" anchor="b"/>
          <a:lstStyle>
            <a:lvl1pPr algn="l">
              <a:defRPr sz="1173"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8284194" y="315452"/>
            <a:ext cx="670734" cy="818866"/>
          </a:xfrm>
          <a:prstGeom prst="rect">
            <a:avLst/>
          </a:prstGeom>
        </p:spPr>
        <p:txBody>
          <a:bodyPr vert="horz" lIns="91440" tIns="45720" rIns="91440" bIns="45720" rtlCol="0" anchor="b"/>
          <a:lstStyle>
            <a:lvl1pPr algn="ctr">
              <a:defRPr sz="2988"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33330337"/>
      </p:ext>
    </p:extLst>
  </p:cSld>
  <p:clrMap bg1="dk1" tx1="lt1" bg2="dk2" tx2="lt2" accent1="accent1" accent2="accent2" accent3="accent3" accent4="accent4" accent5="accent5" accent6="accent6" hlink="hlink" folHlink="folHlink"/>
  <p:sldLayoutIdLst>
    <p:sldLayoutId id="2339556341" r:id="rId1"/>
    <p:sldLayoutId id="2339556342" r:id="rId2"/>
    <p:sldLayoutId id="2339556343" r:id="rId3"/>
    <p:sldLayoutId id="2339556344" r:id="rId4"/>
    <p:sldLayoutId id="2339556345" r:id="rId5"/>
    <p:sldLayoutId id="2339556346" r:id="rId6"/>
    <p:sldLayoutId id="2339556347" r:id="rId7"/>
    <p:sldLayoutId id="2339556348" r:id="rId8"/>
    <p:sldLayoutId id="2339556349" r:id="rId9"/>
    <p:sldLayoutId id="2339556350" r:id="rId10"/>
    <p:sldLayoutId id="2339556351" r:id="rId11"/>
    <p:sldLayoutId id="2339556352" r:id="rId12"/>
    <p:sldLayoutId id="2339556353" r:id="rId13"/>
    <p:sldLayoutId id="2339556354" r:id="rId14"/>
    <p:sldLayoutId id="2339556355" r:id="rId15"/>
    <p:sldLayoutId id="2339556356" r:id="rId16"/>
    <p:sldLayoutId id="2339556357" r:id="rId17"/>
    <p:sldLayoutId id="2339556358" r:id="rId18"/>
  </p:sldLayoutIdLst>
  <p:txStyles>
    <p:titleStyle>
      <a:lvl1pPr algn="l" defTabSz="487703" rtl="0" eaLnBrk="1" latinLnBrk="0" hangingPunct="1">
        <a:spcBef>
          <a:spcPct val="0"/>
        </a:spcBef>
        <a:buNone/>
        <a:defRPr sz="448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78" indent="-365778" algn="l" defTabSz="487703" rtl="0" eaLnBrk="1" latinLnBrk="0" hangingPunct="1">
        <a:spcBef>
          <a:spcPts val="1067"/>
        </a:spcBef>
        <a:spcAft>
          <a:spcPts val="0"/>
        </a:spcAft>
        <a:buClr>
          <a:schemeClr val="bg2">
            <a:lumMod val="40000"/>
            <a:lumOff val="60000"/>
          </a:schemeClr>
        </a:buClr>
        <a:buSzPct val="80000"/>
        <a:buFont typeface="Wingdings 3" charset="2"/>
        <a:buChar char=""/>
        <a:defRPr sz="2133" b="0" i="0" kern="1200">
          <a:solidFill>
            <a:schemeClr val="tx1"/>
          </a:solidFill>
          <a:latin typeface="+mj-lt"/>
          <a:ea typeface="+mj-ea"/>
          <a:cs typeface="+mj-cs"/>
        </a:defRPr>
      </a:lvl1pPr>
      <a:lvl2pPr marL="792518" indent="-304815" algn="l" defTabSz="487703" rtl="0" eaLnBrk="1" latinLnBrk="0" hangingPunct="1">
        <a:spcBef>
          <a:spcPts val="1067"/>
        </a:spcBef>
        <a:spcAft>
          <a:spcPts val="0"/>
        </a:spcAft>
        <a:buClr>
          <a:schemeClr val="bg2">
            <a:lumMod val="40000"/>
            <a:lumOff val="60000"/>
          </a:schemeClr>
        </a:buClr>
        <a:buSzPct val="80000"/>
        <a:buFont typeface="Wingdings 3" charset="2"/>
        <a:buChar char=""/>
        <a:defRPr sz="1920" b="0" i="0" kern="1200">
          <a:solidFill>
            <a:schemeClr val="tx1"/>
          </a:solidFill>
          <a:latin typeface="+mj-lt"/>
          <a:ea typeface="+mj-ea"/>
          <a:cs typeface="+mj-cs"/>
        </a:defRPr>
      </a:lvl2pPr>
      <a:lvl3pPr marL="1219259" indent="-243852" algn="l" defTabSz="487703" rtl="0" eaLnBrk="1" latinLnBrk="0" hangingPunct="1">
        <a:spcBef>
          <a:spcPts val="1067"/>
        </a:spcBef>
        <a:spcAft>
          <a:spcPts val="0"/>
        </a:spcAft>
        <a:buClr>
          <a:schemeClr val="bg2">
            <a:lumMod val="40000"/>
            <a:lumOff val="60000"/>
          </a:schemeClr>
        </a:buClr>
        <a:buSzPct val="80000"/>
        <a:buFont typeface="Wingdings 3" charset="2"/>
        <a:buChar char=""/>
        <a:defRPr sz="1707" b="0" i="0" kern="1200">
          <a:solidFill>
            <a:schemeClr val="tx1"/>
          </a:solidFill>
          <a:latin typeface="+mj-lt"/>
          <a:ea typeface="+mj-ea"/>
          <a:cs typeface="+mj-cs"/>
        </a:defRPr>
      </a:lvl3pPr>
      <a:lvl4pPr marL="1706962" indent="-243852" algn="l" defTabSz="487703" rtl="0" eaLnBrk="1" latinLnBrk="0" hangingPunct="1">
        <a:spcBef>
          <a:spcPts val="1067"/>
        </a:spcBef>
        <a:spcAft>
          <a:spcPts val="0"/>
        </a:spcAft>
        <a:buClr>
          <a:schemeClr val="bg2">
            <a:lumMod val="40000"/>
            <a:lumOff val="60000"/>
          </a:schemeClr>
        </a:buClr>
        <a:buSzPct val="80000"/>
        <a:buFont typeface="Wingdings 3" charset="2"/>
        <a:buChar char=""/>
        <a:defRPr sz="1493" b="0" i="0" kern="1200">
          <a:solidFill>
            <a:schemeClr val="tx1"/>
          </a:solidFill>
          <a:latin typeface="+mj-lt"/>
          <a:ea typeface="+mj-ea"/>
          <a:cs typeface="+mj-cs"/>
        </a:defRPr>
      </a:lvl4pPr>
      <a:lvl5pPr marL="2194665" indent="-243852" algn="l" defTabSz="487703" rtl="0" eaLnBrk="1" latinLnBrk="0" hangingPunct="1">
        <a:spcBef>
          <a:spcPts val="1067"/>
        </a:spcBef>
        <a:spcAft>
          <a:spcPts val="0"/>
        </a:spcAft>
        <a:buClr>
          <a:schemeClr val="bg2">
            <a:lumMod val="40000"/>
            <a:lumOff val="60000"/>
          </a:schemeClr>
        </a:buClr>
        <a:buSzPct val="80000"/>
        <a:buFont typeface="Wingdings 3" charset="2"/>
        <a:buChar char=""/>
        <a:defRPr sz="1493" b="0" i="0" kern="1200">
          <a:solidFill>
            <a:schemeClr val="tx1"/>
          </a:solidFill>
          <a:latin typeface="+mj-lt"/>
          <a:ea typeface="+mj-ea"/>
          <a:cs typeface="+mj-cs"/>
        </a:defRPr>
      </a:lvl5pPr>
      <a:lvl6pPr marL="2682369" indent="-243852" algn="l" defTabSz="487703" rtl="0" eaLnBrk="1" latinLnBrk="0" hangingPunct="1">
        <a:spcBef>
          <a:spcPts val="1067"/>
        </a:spcBef>
        <a:spcAft>
          <a:spcPts val="0"/>
        </a:spcAft>
        <a:buClr>
          <a:schemeClr val="bg2">
            <a:lumMod val="40000"/>
            <a:lumOff val="60000"/>
          </a:schemeClr>
        </a:buClr>
        <a:buSzPct val="80000"/>
        <a:buFont typeface="Wingdings 3" charset="2"/>
        <a:buChar char=""/>
        <a:defRPr sz="1493" b="0" i="0" kern="1200">
          <a:solidFill>
            <a:schemeClr val="tx1"/>
          </a:solidFill>
          <a:latin typeface="+mj-lt"/>
          <a:ea typeface="+mj-ea"/>
          <a:cs typeface="+mj-cs"/>
        </a:defRPr>
      </a:lvl6pPr>
      <a:lvl7pPr marL="3170071" indent="-243852" algn="l" defTabSz="487703" rtl="0" eaLnBrk="1" latinLnBrk="0" hangingPunct="1">
        <a:spcBef>
          <a:spcPts val="1067"/>
        </a:spcBef>
        <a:spcAft>
          <a:spcPts val="0"/>
        </a:spcAft>
        <a:buClr>
          <a:schemeClr val="bg2">
            <a:lumMod val="40000"/>
            <a:lumOff val="60000"/>
          </a:schemeClr>
        </a:buClr>
        <a:buSzPct val="80000"/>
        <a:buFont typeface="Wingdings 3" charset="2"/>
        <a:buChar char=""/>
        <a:defRPr sz="1493" b="0" i="0" kern="1200">
          <a:solidFill>
            <a:schemeClr val="tx1"/>
          </a:solidFill>
          <a:latin typeface="+mj-lt"/>
          <a:ea typeface="+mj-ea"/>
          <a:cs typeface="+mj-cs"/>
        </a:defRPr>
      </a:lvl7pPr>
      <a:lvl8pPr marL="3657775" indent="-243852" algn="l" defTabSz="487703" rtl="0" eaLnBrk="1" latinLnBrk="0" hangingPunct="1">
        <a:spcBef>
          <a:spcPts val="1067"/>
        </a:spcBef>
        <a:spcAft>
          <a:spcPts val="0"/>
        </a:spcAft>
        <a:buClr>
          <a:schemeClr val="bg2">
            <a:lumMod val="40000"/>
            <a:lumOff val="60000"/>
          </a:schemeClr>
        </a:buClr>
        <a:buSzPct val="80000"/>
        <a:buFont typeface="Wingdings 3" charset="2"/>
        <a:buChar char=""/>
        <a:defRPr sz="1493" b="0" i="0" kern="1200">
          <a:solidFill>
            <a:schemeClr val="tx1"/>
          </a:solidFill>
          <a:latin typeface="+mj-lt"/>
          <a:ea typeface="+mj-ea"/>
          <a:cs typeface="+mj-cs"/>
        </a:defRPr>
      </a:lvl8pPr>
      <a:lvl9pPr marL="4145478" indent="-243852" algn="l" defTabSz="487703" rtl="0" eaLnBrk="1" latinLnBrk="0" hangingPunct="1">
        <a:spcBef>
          <a:spcPts val="1067"/>
        </a:spcBef>
        <a:spcAft>
          <a:spcPts val="0"/>
        </a:spcAft>
        <a:buClr>
          <a:schemeClr val="bg2">
            <a:lumMod val="40000"/>
            <a:lumOff val="60000"/>
          </a:schemeClr>
        </a:buClr>
        <a:buSzPct val="80000"/>
        <a:buFont typeface="Wingdings 3" charset="2"/>
        <a:buChar char=""/>
        <a:defRPr sz="1493" b="0" i="0" kern="1200">
          <a:solidFill>
            <a:schemeClr val="tx1"/>
          </a:solidFill>
          <a:latin typeface="+mj-lt"/>
          <a:ea typeface="+mj-ea"/>
          <a:cs typeface="+mj-cs"/>
        </a:defRPr>
      </a:lvl9pPr>
    </p:bodyStyle>
    <p:otherStyle>
      <a:defPPr>
        <a:defRPr lang="en-US"/>
      </a:defPPr>
      <a:lvl1pPr marL="0" algn="l" defTabSz="487703" rtl="0" eaLnBrk="1" latinLnBrk="0" hangingPunct="1">
        <a:defRPr sz="1920" kern="1200">
          <a:solidFill>
            <a:schemeClr val="tx1"/>
          </a:solidFill>
          <a:latin typeface="+mn-lt"/>
          <a:ea typeface="+mn-ea"/>
          <a:cs typeface="+mn-cs"/>
        </a:defRPr>
      </a:lvl1pPr>
      <a:lvl2pPr marL="487703" algn="l" defTabSz="487703" rtl="0" eaLnBrk="1" latinLnBrk="0" hangingPunct="1">
        <a:defRPr sz="1920" kern="1200">
          <a:solidFill>
            <a:schemeClr val="tx1"/>
          </a:solidFill>
          <a:latin typeface="+mn-lt"/>
          <a:ea typeface="+mn-ea"/>
          <a:cs typeface="+mn-cs"/>
        </a:defRPr>
      </a:lvl2pPr>
      <a:lvl3pPr marL="975406" algn="l" defTabSz="487703" rtl="0" eaLnBrk="1" latinLnBrk="0" hangingPunct="1">
        <a:defRPr sz="1920" kern="1200">
          <a:solidFill>
            <a:schemeClr val="tx1"/>
          </a:solidFill>
          <a:latin typeface="+mn-lt"/>
          <a:ea typeface="+mn-ea"/>
          <a:cs typeface="+mn-cs"/>
        </a:defRPr>
      </a:lvl3pPr>
      <a:lvl4pPr marL="1463109" algn="l" defTabSz="487703" rtl="0" eaLnBrk="1" latinLnBrk="0" hangingPunct="1">
        <a:defRPr sz="1920" kern="1200">
          <a:solidFill>
            <a:schemeClr val="tx1"/>
          </a:solidFill>
          <a:latin typeface="+mn-lt"/>
          <a:ea typeface="+mn-ea"/>
          <a:cs typeface="+mn-cs"/>
        </a:defRPr>
      </a:lvl4pPr>
      <a:lvl5pPr marL="1950814" algn="l" defTabSz="487703" rtl="0" eaLnBrk="1" latinLnBrk="0" hangingPunct="1">
        <a:defRPr sz="1920" kern="1200">
          <a:solidFill>
            <a:schemeClr val="tx1"/>
          </a:solidFill>
          <a:latin typeface="+mn-lt"/>
          <a:ea typeface="+mn-ea"/>
          <a:cs typeface="+mn-cs"/>
        </a:defRPr>
      </a:lvl5pPr>
      <a:lvl6pPr marL="2438517" algn="l" defTabSz="487703" rtl="0" eaLnBrk="1" latinLnBrk="0" hangingPunct="1">
        <a:defRPr sz="1920" kern="1200">
          <a:solidFill>
            <a:schemeClr val="tx1"/>
          </a:solidFill>
          <a:latin typeface="+mn-lt"/>
          <a:ea typeface="+mn-ea"/>
          <a:cs typeface="+mn-cs"/>
        </a:defRPr>
      </a:lvl6pPr>
      <a:lvl7pPr marL="2926221" algn="l" defTabSz="487703" rtl="0" eaLnBrk="1" latinLnBrk="0" hangingPunct="1">
        <a:defRPr sz="1920" kern="1200">
          <a:solidFill>
            <a:schemeClr val="tx1"/>
          </a:solidFill>
          <a:latin typeface="+mn-lt"/>
          <a:ea typeface="+mn-ea"/>
          <a:cs typeface="+mn-cs"/>
        </a:defRPr>
      </a:lvl7pPr>
      <a:lvl8pPr marL="3413923" algn="l" defTabSz="487703" rtl="0" eaLnBrk="1" latinLnBrk="0" hangingPunct="1">
        <a:defRPr sz="1920" kern="1200">
          <a:solidFill>
            <a:schemeClr val="tx1"/>
          </a:solidFill>
          <a:latin typeface="+mn-lt"/>
          <a:ea typeface="+mn-ea"/>
          <a:cs typeface="+mn-cs"/>
        </a:defRPr>
      </a:lvl8pPr>
      <a:lvl9pPr marL="3901627" algn="l" defTabSz="487703" rtl="0" eaLnBrk="1" latinLnBrk="0" hangingPunct="1">
        <a:defRPr sz="192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43840"/>
            <a:ext cx="2113280" cy="7081203"/>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1783" y="304"/>
            <a:ext cx="2082423" cy="7309833"/>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95072" cy="7315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074880" y="665717"/>
            <a:ext cx="7028480" cy="136628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071910" y="2275840"/>
            <a:ext cx="7031451" cy="41452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90560" y="6544096"/>
            <a:ext cx="817472" cy="394849"/>
          </a:xfrm>
          <a:prstGeom prst="rect">
            <a:avLst/>
          </a:prstGeom>
        </p:spPr>
        <p:txBody>
          <a:bodyPr vert="horz" lIns="91440" tIns="45720" rIns="91440" bIns="45720" rtlCol="0" anchor="ctr"/>
          <a:lstStyle>
            <a:lvl1pPr algn="r">
              <a:defRPr sz="960">
                <a:solidFill>
                  <a:schemeClr val="tx1">
                    <a:tint val="75000"/>
                  </a:schemeClr>
                </a:solidFill>
              </a:defRPr>
            </a:lvl1p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3"/>
          </p:nvPr>
        </p:nvSpPr>
        <p:spPr>
          <a:xfrm>
            <a:off x="2071909" y="6544863"/>
            <a:ext cx="6097587" cy="389467"/>
          </a:xfrm>
          <a:prstGeom prst="rect">
            <a:avLst/>
          </a:prstGeom>
        </p:spPr>
        <p:txBody>
          <a:bodyPr vert="horz" lIns="91440" tIns="45720" rIns="91440" bIns="45720" rtlCol="0" anchor="ctr"/>
          <a:lstStyle>
            <a:lvl1pPr algn="l">
              <a:defRPr sz="96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45310" y="840302"/>
            <a:ext cx="623977" cy="389467"/>
          </a:xfrm>
          <a:prstGeom prst="rect">
            <a:avLst/>
          </a:prstGeom>
        </p:spPr>
        <p:txBody>
          <a:bodyPr vert="horz" lIns="91440" tIns="45720" rIns="91440" bIns="45720" rtlCol="0" anchor="ctr"/>
          <a:lstStyle>
            <a:lvl1pPr algn="r">
              <a:defRPr sz="2133">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05669561"/>
      </p:ext>
    </p:extLst>
  </p:cSld>
  <p:clrMap bg1="lt1" tx1="dk1" bg2="lt2" tx2="dk2" accent1="accent1" accent2="accent2" accent3="accent3" accent4="accent4" accent5="accent5" accent6="accent6" hlink="hlink" folHlink="folHlink"/>
  <p:sldLayoutIdLst>
    <p:sldLayoutId id="2339556360" r:id="rId1"/>
    <p:sldLayoutId id="2339556361" r:id="rId2"/>
    <p:sldLayoutId id="2339556362" r:id="rId3"/>
    <p:sldLayoutId id="2339556363" r:id="rId4"/>
    <p:sldLayoutId id="2339556364" r:id="rId5"/>
    <p:sldLayoutId id="2339556365" r:id="rId6"/>
    <p:sldLayoutId id="2339556366" r:id="rId7"/>
    <p:sldLayoutId id="2339556367" r:id="rId8"/>
    <p:sldLayoutId id="2339556368" r:id="rId9"/>
    <p:sldLayoutId id="2339556369" r:id="rId10"/>
    <p:sldLayoutId id="2339556370" r:id="rId11"/>
    <p:sldLayoutId id="2339556371" r:id="rId12"/>
    <p:sldLayoutId id="2339556372" r:id="rId13"/>
    <p:sldLayoutId id="2339556373" r:id="rId14"/>
    <p:sldLayoutId id="2339556374" r:id="rId15"/>
    <p:sldLayoutId id="2339556375" r:id="rId16"/>
    <p:sldLayoutId id="2339556376" r:id="rId17"/>
  </p:sldLayoutIdLst>
  <p:txStyles>
    <p:titleStyle>
      <a:lvl1pPr algn="l" defTabSz="487695" rtl="0" eaLnBrk="1" latinLnBrk="0" hangingPunct="1">
        <a:spcBef>
          <a:spcPct val="0"/>
        </a:spcBef>
        <a:buNone/>
        <a:defRPr sz="384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71" indent="-365771" algn="l" defTabSz="487695" rtl="0" eaLnBrk="1" latinLnBrk="0" hangingPunct="1">
        <a:spcBef>
          <a:spcPts val="1067"/>
        </a:spcBef>
        <a:spcAft>
          <a:spcPts val="0"/>
        </a:spcAft>
        <a:buClr>
          <a:schemeClr val="accent1"/>
        </a:buClr>
        <a:buFont typeface="Wingdings 3" charset="2"/>
        <a:buChar char=""/>
        <a:defRPr sz="1920" kern="1200">
          <a:solidFill>
            <a:schemeClr val="tx1">
              <a:lumMod val="75000"/>
              <a:lumOff val="25000"/>
            </a:schemeClr>
          </a:solidFill>
          <a:latin typeface="+mn-lt"/>
          <a:ea typeface="+mn-ea"/>
          <a:cs typeface="+mn-cs"/>
        </a:defRPr>
      </a:lvl1pPr>
      <a:lvl2pPr marL="792505" indent="-304810" algn="l" defTabSz="487695" rtl="0" eaLnBrk="1" latinLnBrk="0" hangingPunct="1">
        <a:spcBef>
          <a:spcPts val="1067"/>
        </a:spcBef>
        <a:spcAft>
          <a:spcPts val="0"/>
        </a:spcAft>
        <a:buClr>
          <a:schemeClr val="accent1"/>
        </a:buClr>
        <a:buFont typeface="Wingdings 3" charset="2"/>
        <a:buChar char=""/>
        <a:defRPr sz="1707" kern="1200">
          <a:solidFill>
            <a:schemeClr val="tx1">
              <a:lumMod val="75000"/>
              <a:lumOff val="25000"/>
            </a:schemeClr>
          </a:solidFill>
          <a:latin typeface="+mn-lt"/>
          <a:ea typeface="+mn-ea"/>
          <a:cs typeface="+mn-cs"/>
        </a:defRPr>
      </a:lvl2pPr>
      <a:lvl3pPr marL="1219238" indent="-243848" algn="l" defTabSz="487695" rtl="0" eaLnBrk="1" latinLnBrk="0" hangingPunct="1">
        <a:spcBef>
          <a:spcPts val="1067"/>
        </a:spcBef>
        <a:spcAft>
          <a:spcPts val="0"/>
        </a:spcAft>
        <a:buClr>
          <a:schemeClr val="accent1"/>
        </a:buClr>
        <a:buFont typeface="Wingdings 3" charset="2"/>
        <a:buChar char=""/>
        <a:defRPr sz="1493" kern="1200">
          <a:solidFill>
            <a:schemeClr val="tx1">
              <a:lumMod val="75000"/>
              <a:lumOff val="25000"/>
            </a:schemeClr>
          </a:solidFill>
          <a:latin typeface="+mn-lt"/>
          <a:ea typeface="+mn-ea"/>
          <a:cs typeface="+mn-cs"/>
        </a:defRPr>
      </a:lvl3pPr>
      <a:lvl4pPr marL="1706933" indent="-243848" algn="l" defTabSz="487695" rtl="0" eaLnBrk="1" latinLnBrk="0" hangingPunct="1">
        <a:spcBef>
          <a:spcPts val="1067"/>
        </a:spcBef>
        <a:spcAft>
          <a:spcPts val="0"/>
        </a:spcAft>
        <a:buClr>
          <a:schemeClr val="accent1"/>
        </a:buClr>
        <a:buFont typeface="Wingdings 3" charset="2"/>
        <a:buChar char=""/>
        <a:defRPr sz="1280" kern="1200">
          <a:solidFill>
            <a:schemeClr val="tx1">
              <a:lumMod val="75000"/>
              <a:lumOff val="25000"/>
            </a:schemeClr>
          </a:solidFill>
          <a:latin typeface="+mn-lt"/>
          <a:ea typeface="+mn-ea"/>
          <a:cs typeface="+mn-cs"/>
        </a:defRPr>
      </a:lvl4pPr>
      <a:lvl5pPr marL="2194629" indent="-243848" algn="l" defTabSz="487695" rtl="0" eaLnBrk="1" latinLnBrk="0" hangingPunct="1">
        <a:spcBef>
          <a:spcPts val="1067"/>
        </a:spcBef>
        <a:spcAft>
          <a:spcPts val="0"/>
        </a:spcAft>
        <a:buClr>
          <a:schemeClr val="accent1"/>
        </a:buClr>
        <a:buFont typeface="Wingdings 3" charset="2"/>
        <a:buChar char=""/>
        <a:defRPr sz="1280" kern="1200">
          <a:solidFill>
            <a:schemeClr val="tx1">
              <a:lumMod val="75000"/>
              <a:lumOff val="25000"/>
            </a:schemeClr>
          </a:solidFill>
          <a:latin typeface="+mn-lt"/>
          <a:ea typeface="+mn-ea"/>
          <a:cs typeface="+mn-cs"/>
        </a:defRPr>
      </a:lvl5pPr>
      <a:lvl6pPr marL="2682324" indent="-243848" algn="l" defTabSz="487695" rtl="0" eaLnBrk="1" latinLnBrk="0" hangingPunct="1">
        <a:spcBef>
          <a:spcPts val="1067"/>
        </a:spcBef>
        <a:spcAft>
          <a:spcPts val="0"/>
        </a:spcAft>
        <a:buClr>
          <a:schemeClr val="accent1"/>
        </a:buClr>
        <a:buFont typeface="Wingdings 3" charset="2"/>
        <a:buChar char=""/>
        <a:defRPr sz="1280" kern="1200">
          <a:solidFill>
            <a:schemeClr val="tx1">
              <a:lumMod val="75000"/>
              <a:lumOff val="25000"/>
            </a:schemeClr>
          </a:solidFill>
          <a:latin typeface="+mn-lt"/>
          <a:ea typeface="+mn-ea"/>
          <a:cs typeface="+mn-cs"/>
        </a:defRPr>
      </a:lvl6pPr>
      <a:lvl7pPr marL="3170019" indent="-243848" algn="l" defTabSz="487695" rtl="0" eaLnBrk="1" latinLnBrk="0" hangingPunct="1">
        <a:spcBef>
          <a:spcPts val="1067"/>
        </a:spcBef>
        <a:spcAft>
          <a:spcPts val="0"/>
        </a:spcAft>
        <a:buClr>
          <a:schemeClr val="accent1"/>
        </a:buClr>
        <a:buFont typeface="Wingdings 3" charset="2"/>
        <a:buChar char=""/>
        <a:defRPr sz="1280" kern="1200">
          <a:solidFill>
            <a:schemeClr val="tx1">
              <a:lumMod val="75000"/>
              <a:lumOff val="25000"/>
            </a:schemeClr>
          </a:solidFill>
          <a:latin typeface="+mn-lt"/>
          <a:ea typeface="+mn-ea"/>
          <a:cs typeface="+mn-cs"/>
        </a:defRPr>
      </a:lvl7pPr>
      <a:lvl8pPr marL="3657714" indent="-243848" algn="l" defTabSz="487695" rtl="0" eaLnBrk="1" latinLnBrk="0" hangingPunct="1">
        <a:spcBef>
          <a:spcPts val="1067"/>
        </a:spcBef>
        <a:spcAft>
          <a:spcPts val="0"/>
        </a:spcAft>
        <a:buClr>
          <a:schemeClr val="accent1"/>
        </a:buClr>
        <a:buFont typeface="Wingdings 3" charset="2"/>
        <a:buChar char=""/>
        <a:defRPr sz="1280" kern="1200">
          <a:solidFill>
            <a:schemeClr val="tx1">
              <a:lumMod val="75000"/>
              <a:lumOff val="25000"/>
            </a:schemeClr>
          </a:solidFill>
          <a:latin typeface="+mn-lt"/>
          <a:ea typeface="+mn-ea"/>
          <a:cs typeface="+mn-cs"/>
        </a:defRPr>
      </a:lvl8pPr>
      <a:lvl9pPr marL="4145410" indent="-243848" algn="l" defTabSz="487695" rtl="0" eaLnBrk="1" latinLnBrk="0" hangingPunct="1">
        <a:spcBef>
          <a:spcPts val="1067"/>
        </a:spcBef>
        <a:spcAft>
          <a:spcPts val="0"/>
        </a:spcAft>
        <a:buClr>
          <a:schemeClr val="accent1"/>
        </a:buClr>
        <a:buFont typeface="Wingdings 3" charset="2"/>
        <a:buChar char=""/>
        <a:defRPr sz="1280" kern="1200">
          <a:solidFill>
            <a:schemeClr val="tx1">
              <a:lumMod val="75000"/>
              <a:lumOff val="25000"/>
            </a:schemeClr>
          </a:solidFill>
          <a:latin typeface="+mn-lt"/>
          <a:ea typeface="+mn-ea"/>
          <a:cs typeface="+mn-cs"/>
        </a:defRPr>
      </a:lvl9pPr>
    </p:bodyStyle>
    <p:otherStyle>
      <a:defPPr>
        <a:defRPr lang="en-US"/>
      </a:defPPr>
      <a:lvl1pPr marL="0" algn="l" defTabSz="487695" rtl="0" eaLnBrk="1" latinLnBrk="0" hangingPunct="1">
        <a:defRPr sz="1920" kern="1200">
          <a:solidFill>
            <a:schemeClr val="tx1"/>
          </a:solidFill>
          <a:latin typeface="+mn-lt"/>
          <a:ea typeface="+mn-ea"/>
          <a:cs typeface="+mn-cs"/>
        </a:defRPr>
      </a:lvl1pPr>
      <a:lvl2pPr marL="487695" algn="l" defTabSz="487695" rtl="0" eaLnBrk="1" latinLnBrk="0" hangingPunct="1">
        <a:defRPr sz="1920" kern="1200">
          <a:solidFill>
            <a:schemeClr val="tx1"/>
          </a:solidFill>
          <a:latin typeface="+mn-lt"/>
          <a:ea typeface="+mn-ea"/>
          <a:cs typeface="+mn-cs"/>
        </a:defRPr>
      </a:lvl2pPr>
      <a:lvl3pPr marL="975390" algn="l" defTabSz="487695" rtl="0" eaLnBrk="1" latinLnBrk="0" hangingPunct="1">
        <a:defRPr sz="1920" kern="1200">
          <a:solidFill>
            <a:schemeClr val="tx1"/>
          </a:solidFill>
          <a:latin typeface="+mn-lt"/>
          <a:ea typeface="+mn-ea"/>
          <a:cs typeface="+mn-cs"/>
        </a:defRPr>
      </a:lvl3pPr>
      <a:lvl4pPr marL="1463086" algn="l" defTabSz="487695" rtl="0" eaLnBrk="1" latinLnBrk="0" hangingPunct="1">
        <a:defRPr sz="1920" kern="1200">
          <a:solidFill>
            <a:schemeClr val="tx1"/>
          </a:solidFill>
          <a:latin typeface="+mn-lt"/>
          <a:ea typeface="+mn-ea"/>
          <a:cs typeface="+mn-cs"/>
        </a:defRPr>
      </a:lvl4pPr>
      <a:lvl5pPr marL="1950781" algn="l" defTabSz="487695" rtl="0" eaLnBrk="1" latinLnBrk="0" hangingPunct="1">
        <a:defRPr sz="1920" kern="1200">
          <a:solidFill>
            <a:schemeClr val="tx1"/>
          </a:solidFill>
          <a:latin typeface="+mn-lt"/>
          <a:ea typeface="+mn-ea"/>
          <a:cs typeface="+mn-cs"/>
        </a:defRPr>
      </a:lvl5pPr>
      <a:lvl6pPr marL="2438476" algn="l" defTabSz="487695" rtl="0" eaLnBrk="1" latinLnBrk="0" hangingPunct="1">
        <a:defRPr sz="1920" kern="1200">
          <a:solidFill>
            <a:schemeClr val="tx1"/>
          </a:solidFill>
          <a:latin typeface="+mn-lt"/>
          <a:ea typeface="+mn-ea"/>
          <a:cs typeface="+mn-cs"/>
        </a:defRPr>
      </a:lvl6pPr>
      <a:lvl7pPr marL="2926171" algn="l" defTabSz="487695" rtl="0" eaLnBrk="1" latinLnBrk="0" hangingPunct="1">
        <a:defRPr sz="1920" kern="1200">
          <a:solidFill>
            <a:schemeClr val="tx1"/>
          </a:solidFill>
          <a:latin typeface="+mn-lt"/>
          <a:ea typeface="+mn-ea"/>
          <a:cs typeface="+mn-cs"/>
        </a:defRPr>
      </a:lvl7pPr>
      <a:lvl8pPr marL="3413867" algn="l" defTabSz="487695" rtl="0" eaLnBrk="1" latinLnBrk="0" hangingPunct="1">
        <a:defRPr sz="1920" kern="1200">
          <a:solidFill>
            <a:schemeClr val="tx1"/>
          </a:solidFill>
          <a:latin typeface="+mn-lt"/>
          <a:ea typeface="+mn-ea"/>
          <a:cs typeface="+mn-cs"/>
        </a:defRPr>
      </a:lvl8pPr>
      <a:lvl9pPr marL="3901562" algn="l" defTabSz="487695" rtl="0" eaLnBrk="1" latinLnBrk="0" hangingPunct="1">
        <a:defRPr sz="192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827520"/>
            <a:ext cx="9753601" cy="4876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756603"/>
            <a:ext cx="9753601" cy="703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77824" y="305712"/>
            <a:ext cx="8046720" cy="154747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77823" y="1968783"/>
            <a:ext cx="8046721" cy="4291584"/>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7825" y="6890439"/>
            <a:ext cx="1977817" cy="389467"/>
          </a:xfrm>
          <a:prstGeom prst="rect">
            <a:avLst/>
          </a:prstGeom>
        </p:spPr>
        <p:txBody>
          <a:bodyPr vert="horz" lIns="91440" tIns="45720" rIns="91440" bIns="45720" rtlCol="0" anchor="ctr"/>
          <a:lstStyle>
            <a:lvl1pPr algn="l">
              <a:defRPr sz="960">
                <a:solidFill>
                  <a:srgbClr val="FFFFFF"/>
                </a:solidFill>
              </a:defRPr>
            </a:lvl1pPr>
          </a:lstStyle>
          <a:p>
            <a:fld id="{B61BEF0D-F0BB-DE4B-95CE-6DB70DBA9567}" type="datetimeFigureOut">
              <a:rPr lang="en-US" smtClean="0"/>
              <a:pPr/>
              <a:t>14-Jan-24</a:t>
            </a:fld>
            <a:endParaRPr lang="en-US" dirty="0"/>
          </a:p>
        </p:txBody>
      </p:sp>
      <p:sp>
        <p:nvSpPr>
          <p:cNvPr id="5" name="Footer Placeholder 4"/>
          <p:cNvSpPr>
            <a:spLocks noGrp="1"/>
          </p:cNvSpPr>
          <p:nvPr>
            <p:ph type="ftr" sz="quarter" idx="3"/>
          </p:nvPr>
        </p:nvSpPr>
        <p:spPr>
          <a:xfrm>
            <a:off x="2948949" y="6890439"/>
            <a:ext cx="3858243" cy="389467"/>
          </a:xfrm>
          <a:prstGeom prst="rect">
            <a:avLst/>
          </a:prstGeom>
        </p:spPr>
        <p:txBody>
          <a:bodyPr vert="horz" lIns="91440" tIns="45720" rIns="91440" bIns="45720" rtlCol="0" anchor="ctr"/>
          <a:lstStyle>
            <a:lvl1pPr algn="ctr">
              <a:defRPr sz="96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920368" y="6890439"/>
            <a:ext cx="1049620" cy="389467"/>
          </a:xfrm>
          <a:prstGeom prst="rect">
            <a:avLst/>
          </a:prstGeom>
        </p:spPr>
        <p:txBody>
          <a:bodyPr vert="horz" lIns="91440" tIns="45720" rIns="91440" bIns="45720" rtlCol="0" anchor="ctr"/>
          <a:lstStyle>
            <a:lvl1pPr algn="r">
              <a:defRPr sz="112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954826" y="1853701"/>
            <a:ext cx="797356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342086"/>
      </p:ext>
    </p:extLst>
  </p:cSld>
  <p:clrMap bg1="lt1" tx1="dk1" bg2="lt2" tx2="dk2" accent1="accent1" accent2="accent2" accent3="accent3" accent4="accent4" accent5="accent5" accent6="accent6" hlink="hlink" folHlink="folHlink"/>
  <p:sldLayoutIdLst>
    <p:sldLayoutId id="2339556378" r:id="rId1"/>
    <p:sldLayoutId id="2339556379" r:id="rId2"/>
    <p:sldLayoutId id="2339556380" r:id="rId3"/>
    <p:sldLayoutId id="2339556381" r:id="rId4"/>
    <p:sldLayoutId id="2339556382" r:id="rId5"/>
    <p:sldLayoutId id="2339556383" r:id="rId6"/>
    <p:sldLayoutId id="2339556384" r:id="rId7"/>
    <p:sldLayoutId id="2339556385" r:id="rId8"/>
    <p:sldLayoutId id="2339556386" r:id="rId9"/>
    <p:sldLayoutId id="2339556387" r:id="rId10"/>
    <p:sldLayoutId id="2339556388" r:id="rId11"/>
  </p:sldLayoutIdLst>
  <p:txStyles>
    <p:titleStyle>
      <a:lvl1pPr algn="l" defTabSz="975390" rtl="0" eaLnBrk="1" latinLnBrk="0" hangingPunct="1">
        <a:lnSpc>
          <a:spcPct val="85000"/>
        </a:lnSpc>
        <a:spcBef>
          <a:spcPct val="0"/>
        </a:spcBef>
        <a:buNone/>
        <a:defRPr sz="5120" kern="1200" spc="-53" baseline="0">
          <a:solidFill>
            <a:schemeClr val="tx1">
              <a:lumMod val="75000"/>
              <a:lumOff val="25000"/>
            </a:schemeClr>
          </a:solidFill>
          <a:latin typeface="+mj-lt"/>
          <a:ea typeface="+mj-ea"/>
          <a:cs typeface="+mj-cs"/>
        </a:defRPr>
      </a:lvl1pPr>
    </p:titleStyle>
    <p:bodyStyle>
      <a:lvl1pPr marL="97539" indent="-97539" algn="l" defTabSz="975390" rtl="0" eaLnBrk="1" latinLnBrk="0" hangingPunct="1">
        <a:lnSpc>
          <a:spcPct val="90000"/>
        </a:lnSpc>
        <a:spcBef>
          <a:spcPts val="1280"/>
        </a:spcBef>
        <a:spcAft>
          <a:spcPts val="213"/>
        </a:spcAft>
        <a:buClr>
          <a:schemeClr val="accent1"/>
        </a:buClr>
        <a:buSzPct val="100000"/>
        <a:buFont typeface="Calibri" panose="020F0502020204030204" pitchFamily="34" charset="0"/>
        <a:buChar char=" "/>
        <a:defRPr sz="2133" kern="1200">
          <a:solidFill>
            <a:schemeClr val="tx1">
              <a:lumMod val="75000"/>
              <a:lumOff val="25000"/>
            </a:schemeClr>
          </a:solidFill>
          <a:latin typeface="+mn-lt"/>
          <a:ea typeface="+mn-ea"/>
          <a:cs typeface="+mn-cs"/>
        </a:defRPr>
      </a:lvl1pPr>
      <a:lvl2pPr marL="409664" indent="-195078" algn="l" defTabSz="975390" rtl="0" eaLnBrk="1" latinLnBrk="0" hangingPunct="1">
        <a:lnSpc>
          <a:spcPct val="90000"/>
        </a:lnSpc>
        <a:spcBef>
          <a:spcPts val="213"/>
        </a:spcBef>
        <a:spcAft>
          <a:spcPts val="427"/>
        </a:spcAft>
        <a:buClr>
          <a:schemeClr val="accent1"/>
        </a:buClr>
        <a:buFont typeface="Calibri" pitchFamily="34" charset="0"/>
        <a:buChar char="◦"/>
        <a:defRPr sz="1920" kern="1200">
          <a:solidFill>
            <a:schemeClr val="tx1">
              <a:lumMod val="75000"/>
              <a:lumOff val="25000"/>
            </a:schemeClr>
          </a:solidFill>
          <a:latin typeface="+mn-lt"/>
          <a:ea typeface="+mn-ea"/>
          <a:cs typeface="+mn-cs"/>
        </a:defRPr>
      </a:lvl2pPr>
      <a:lvl3pPr marL="604742" indent="-195078" algn="l" defTabSz="975390" rtl="0" eaLnBrk="1" latinLnBrk="0" hangingPunct="1">
        <a:lnSpc>
          <a:spcPct val="90000"/>
        </a:lnSpc>
        <a:spcBef>
          <a:spcPts val="213"/>
        </a:spcBef>
        <a:spcAft>
          <a:spcPts val="427"/>
        </a:spcAft>
        <a:buClr>
          <a:schemeClr val="accent1"/>
        </a:buClr>
        <a:buFont typeface="Calibri" pitchFamily="34" charset="0"/>
        <a:buChar char="◦"/>
        <a:defRPr sz="1493" kern="1200">
          <a:solidFill>
            <a:schemeClr val="tx1">
              <a:lumMod val="75000"/>
              <a:lumOff val="25000"/>
            </a:schemeClr>
          </a:solidFill>
          <a:latin typeface="+mn-lt"/>
          <a:ea typeface="+mn-ea"/>
          <a:cs typeface="+mn-cs"/>
        </a:defRPr>
      </a:lvl3pPr>
      <a:lvl4pPr marL="799820" indent="-195078" algn="l" defTabSz="975390" rtl="0" eaLnBrk="1" latinLnBrk="0" hangingPunct="1">
        <a:lnSpc>
          <a:spcPct val="90000"/>
        </a:lnSpc>
        <a:spcBef>
          <a:spcPts val="213"/>
        </a:spcBef>
        <a:spcAft>
          <a:spcPts val="427"/>
        </a:spcAft>
        <a:buClr>
          <a:schemeClr val="accent1"/>
        </a:buClr>
        <a:buFont typeface="Calibri" pitchFamily="34" charset="0"/>
        <a:buChar char="◦"/>
        <a:defRPr sz="1493" kern="1200">
          <a:solidFill>
            <a:schemeClr val="tx1">
              <a:lumMod val="75000"/>
              <a:lumOff val="25000"/>
            </a:schemeClr>
          </a:solidFill>
          <a:latin typeface="+mn-lt"/>
          <a:ea typeface="+mn-ea"/>
          <a:cs typeface="+mn-cs"/>
        </a:defRPr>
      </a:lvl4pPr>
      <a:lvl5pPr marL="994898" indent="-195078" algn="l" defTabSz="975390" rtl="0" eaLnBrk="1" latinLnBrk="0" hangingPunct="1">
        <a:lnSpc>
          <a:spcPct val="90000"/>
        </a:lnSpc>
        <a:spcBef>
          <a:spcPts val="213"/>
        </a:spcBef>
        <a:spcAft>
          <a:spcPts val="427"/>
        </a:spcAft>
        <a:buClr>
          <a:schemeClr val="accent1"/>
        </a:buClr>
        <a:buFont typeface="Calibri" pitchFamily="34" charset="0"/>
        <a:buChar char="◦"/>
        <a:defRPr sz="1493" kern="1200">
          <a:solidFill>
            <a:schemeClr val="tx1">
              <a:lumMod val="75000"/>
              <a:lumOff val="25000"/>
            </a:schemeClr>
          </a:solidFill>
          <a:latin typeface="+mn-lt"/>
          <a:ea typeface="+mn-ea"/>
          <a:cs typeface="+mn-cs"/>
        </a:defRPr>
      </a:lvl5pPr>
      <a:lvl6pPr marL="1173370" indent="-243848" algn="l" defTabSz="975390" rtl="0" eaLnBrk="1" latinLnBrk="0" hangingPunct="1">
        <a:lnSpc>
          <a:spcPct val="90000"/>
        </a:lnSpc>
        <a:spcBef>
          <a:spcPts val="213"/>
        </a:spcBef>
        <a:spcAft>
          <a:spcPts val="427"/>
        </a:spcAft>
        <a:buClr>
          <a:schemeClr val="accent1"/>
        </a:buClr>
        <a:buFont typeface="Calibri" pitchFamily="34" charset="0"/>
        <a:buChar char="◦"/>
        <a:defRPr sz="1493" kern="1200">
          <a:solidFill>
            <a:schemeClr val="tx1">
              <a:lumMod val="75000"/>
              <a:lumOff val="25000"/>
            </a:schemeClr>
          </a:solidFill>
          <a:latin typeface="+mn-lt"/>
          <a:ea typeface="+mn-ea"/>
          <a:cs typeface="+mn-cs"/>
        </a:defRPr>
      </a:lvl6pPr>
      <a:lvl7pPr marL="1386710" indent="-243848" algn="l" defTabSz="975390" rtl="0" eaLnBrk="1" latinLnBrk="0" hangingPunct="1">
        <a:lnSpc>
          <a:spcPct val="90000"/>
        </a:lnSpc>
        <a:spcBef>
          <a:spcPts val="213"/>
        </a:spcBef>
        <a:spcAft>
          <a:spcPts val="427"/>
        </a:spcAft>
        <a:buClr>
          <a:schemeClr val="accent1"/>
        </a:buClr>
        <a:buFont typeface="Calibri" pitchFamily="34" charset="0"/>
        <a:buChar char="◦"/>
        <a:defRPr sz="1493" kern="1200">
          <a:solidFill>
            <a:schemeClr val="tx1">
              <a:lumMod val="75000"/>
              <a:lumOff val="25000"/>
            </a:schemeClr>
          </a:solidFill>
          <a:latin typeface="+mn-lt"/>
          <a:ea typeface="+mn-ea"/>
          <a:cs typeface="+mn-cs"/>
        </a:defRPr>
      </a:lvl7pPr>
      <a:lvl8pPr marL="1600050" indent="-243848" algn="l" defTabSz="975390" rtl="0" eaLnBrk="1" latinLnBrk="0" hangingPunct="1">
        <a:lnSpc>
          <a:spcPct val="90000"/>
        </a:lnSpc>
        <a:spcBef>
          <a:spcPts val="213"/>
        </a:spcBef>
        <a:spcAft>
          <a:spcPts val="427"/>
        </a:spcAft>
        <a:buClr>
          <a:schemeClr val="accent1"/>
        </a:buClr>
        <a:buFont typeface="Calibri" pitchFamily="34" charset="0"/>
        <a:buChar char="◦"/>
        <a:defRPr sz="1493" kern="1200">
          <a:solidFill>
            <a:schemeClr val="tx1">
              <a:lumMod val="75000"/>
              <a:lumOff val="25000"/>
            </a:schemeClr>
          </a:solidFill>
          <a:latin typeface="+mn-lt"/>
          <a:ea typeface="+mn-ea"/>
          <a:cs typeface="+mn-cs"/>
        </a:defRPr>
      </a:lvl8pPr>
      <a:lvl9pPr marL="1813390" indent="-243848" algn="l" defTabSz="975390" rtl="0" eaLnBrk="1" latinLnBrk="0" hangingPunct="1">
        <a:lnSpc>
          <a:spcPct val="90000"/>
        </a:lnSpc>
        <a:spcBef>
          <a:spcPts val="213"/>
        </a:spcBef>
        <a:spcAft>
          <a:spcPts val="427"/>
        </a:spcAft>
        <a:buClr>
          <a:schemeClr val="accent1"/>
        </a:buClr>
        <a:buFont typeface="Calibri" pitchFamily="34" charset="0"/>
        <a:buChar char="◦"/>
        <a:defRPr sz="1493" kern="1200">
          <a:solidFill>
            <a:schemeClr val="tx1">
              <a:lumMod val="75000"/>
              <a:lumOff val="25000"/>
            </a:schemeClr>
          </a:solidFill>
          <a:latin typeface="+mn-lt"/>
          <a:ea typeface="+mn-ea"/>
          <a:cs typeface="+mn-cs"/>
        </a:defRPr>
      </a:lvl9pPr>
    </p:bodyStyle>
    <p:otherStyle>
      <a:defPPr>
        <a:defRPr lang="en-US"/>
      </a:defPPr>
      <a:lvl1pPr marL="0" algn="l" defTabSz="975390" rtl="0" eaLnBrk="1" latinLnBrk="0" hangingPunct="1">
        <a:defRPr sz="1920" kern="1200">
          <a:solidFill>
            <a:schemeClr val="tx1"/>
          </a:solidFill>
          <a:latin typeface="+mn-lt"/>
          <a:ea typeface="+mn-ea"/>
          <a:cs typeface="+mn-cs"/>
        </a:defRPr>
      </a:lvl1pPr>
      <a:lvl2pPr marL="487695" algn="l" defTabSz="975390" rtl="0" eaLnBrk="1" latinLnBrk="0" hangingPunct="1">
        <a:defRPr sz="1920" kern="1200">
          <a:solidFill>
            <a:schemeClr val="tx1"/>
          </a:solidFill>
          <a:latin typeface="+mn-lt"/>
          <a:ea typeface="+mn-ea"/>
          <a:cs typeface="+mn-cs"/>
        </a:defRPr>
      </a:lvl2pPr>
      <a:lvl3pPr marL="975390" algn="l" defTabSz="975390" rtl="0" eaLnBrk="1" latinLnBrk="0" hangingPunct="1">
        <a:defRPr sz="1920" kern="1200">
          <a:solidFill>
            <a:schemeClr val="tx1"/>
          </a:solidFill>
          <a:latin typeface="+mn-lt"/>
          <a:ea typeface="+mn-ea"/>
          <a:cs typeface="+mn-cs"/>
        </a:defRPr>
      </a:lvl3pPr>
      <a:lvl4pPr marL="1463086" algn="l" defTabSz="975390" rtl="0" eaLnBrk="1" latinLnBrk="0" hangingPunct="1">
        <a:defRPr sz="1920" kern="1200">
          <a:solidFill>
            <a:schemeClr val="tx1"/>
          </a:solidFill>
          <a:latin typeface="+mn-lt"/>
          <a:ea typeface="+mn-ea"/>
          <a:cs typeface="+mn-cs"/>
        </a:defRPr>
      </a:lvl4pPr>
      <a:lvl5pPr marL="1950781" algn="l" defTabSz="975390" rtl="0" eaLnBrk="1" latinLnBrk="0" hangingPunct="1">
        <a:defRPr sz="1920" kern="1200">
          <a:solidFill>
            <a:schemeClr val="tx1"/>
          </a:solidFill>
          <a:latin typeface="+mn-lt"/>
          <a:ea typeface="+mn-ea"/>
          <a:cs typeface="+mn-cs"/>
        </a:defRPr>
      </a:lvl5pPr>
      <a:lvl6pPr marL="2438476" algn="l" defTabSz="975390" rtl="0" eaLnBrk="1" latinLnBrk="0" hangingPunct="1">
        <a:defRPr sz="1920" kern="1200">
          <a:solidFill>
            <a:schemeClr val="tx1"/>
          </a:solidFill>
          <a:latin typeface="+mn-lt"/>
          <a:ea typeface="+mn-ea"/>
          <a:cs typeface="+mn-cs"/>
        </a:defRPr>
      </a:lvl6pPr>
      <a:lvl7pPr marL="2926171" algn="l" defTabSz="975390" rtl="0" eaLnBrk="1" latinLnBrk="0" hangingPunct="1">
        <a:defRPr sz="1920" kern="1200">
          <a:solidFill>
            <a:schemeClr val="tx1"/>
          </a:solidFill>
          <a:latin typeface="+mn-lt"/>
          <a:ea typeface="+mn-ea"/>
          <a:cs typeface="+mn-cs"/>
        </a:defRPr>
      </a:lvl7pPr>
      <a:lvl8pPr marL="3413867" algn="l" defTabSz="975390" rtl="0" eaLnBrk="1" latinLnBrk="0" hangingPunct="1">
        <a:defRPr sz="1920" kern="1200">
          <a:solidFill>
            <a:schemeClr val="tx1"/>
          </a:solidFill>
          <a:latin typeface="+mn-lt"/>
          <a:ea typeface="+mn-ea"/>
          <a:cs typeface="+mn-cs"/>
        </a:defRPr>
      </a:lvl8pPr>
      <a:lvl9pPr marL="3901562" algn="l" defTabSz="975390" rtl="0" eaLnBrk="1" latinLnBrk="0" hangingPunct="1">
        <a:defRPr sz="1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
        <p:nvSpPr>
          <p:cNvPr id="4" name="Rectangle 3"/>
          <p:cNvSpPr/>
          <p:nvPr/>
        </p:nvSpPr>
        <p:spPr>
          <a:xfrm>
            <a:off x="609600" y="914400"/>
            <a:ext cx="2971800" cy="838200"/>
          </a:xfrm>
          <a:prstGeom prst="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i="1" dirty="0">
                <a:solidFill>
                  <a:schemeClr val="bg1"/>
                </a:solidFill>
              </a:rPr>
              <a:t>Chapter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Common Stock Valuation </a:t>
            </a:r>
          </a:p>
        </p:txBody>
      </p:sp>
      <p:sp>
        <p:nvSpPr>
          <p:cNvPr id="3" name="Content Placeholder 2"/>
          <p:cNvSpPr>
            <a:spLocks noGrp="1"/>
          </p:cNvSpPr>
          <p:nvPr>
            <p:ph idx="1"/>
          </p:nvPr>
        </p:nvSpPr>
        <p:spPr>
          <a:xfrm>
            <a:off x="882880" y="1676400"/>
            <a:ext cx="7803920" cy="4988567"/>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Common stock valuation is the process of determining the value of a share of stock in a company. </a:t>
            </a:r>
          </a:p>
          <a:p>
            <a:pPr algn="just">
              <a:lnSpc>
                <a:spcPct val="150000"/>
              </a:lnSpc>
            </a:pPr>
            <a:r>
              <a:rPr lang="en-US" sz="2400" dirty="0">
                <a:latin typeface="Times New Roman" panose="02020603050405020304" pitchFamily="18" charset="0"/>
                <a:cs typeface="Times New Roman" panose="02020603050405020304" pitchFamily="18" charset="0"/>
              </a:rPr>
              <a:t> The value of share should represent that percentage of the company's worth. </a:t>
            </a:r>
          </a:p>
          <a:p>
            <a:pPr algn="just">
              <a:lnSpc>
                <a:spcPct val="150000"/>
              </a:lnSpc>
            </a:pPr>
            <a:r>
              <a:rPr lang="en-US" sz="2400" dirty="0">
                <a:latin typeface="Times New Roman" panose="02020603050405020304" pitchFamily="18" charset="0"/>
                <a:cs typeface="Times New Roman" panose="02020603050405020304" pitchFamily="18" charset="0"/>
              </a:rPr>
              <a:t>The first is based on looking at fundamentals such as </a:t>
            </a:r>
            <a:r>
              <a:rPr lang="en-US" sz="2400" b="1" dirty="0">
                <a:latin typeface="Times New Roman" panose="02020603050405020304" pitchFamily="18" charset="0"/>
                <a:cs typeface="Times New Roman" panose="02020603050405020304" pitchFamily="18" charset="0"/>
              </a:rPr>
              <a:t>discounted cash flow </a:t>
            </a:r>
          </a:p>
        </p:txBody>
      </p:sp>
    </p:spTree>
    <p:extLst>
      <p:ext uri="{BB962C8B-B14F-4D97-AF65-F5344CB8AC3E}">
        <p14:creationId xmlns:p14="http://schemas.microsoft.com/office/powerpoint/2010/main" val="3580976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What is discounted cash flow</a:t>
            </a:r>
            <a:r>
              <a:rPr lang="en-US" sz="3840" b="1" dirty="0">
                <a:latin typeface="Times New Roman" panose="02020603050405020304" pitchFamily="18" charset="0"/>
                <a:cs typeface="Times New Roman" panose="02020603050405020304" pitchFamily="18" charset="0"/>
              </a:rPr>
              <a:t> </a:t>
            </a:r>
            <a:endParaRPr lang="en-US" sz="3840" dirty="0"/>
          </a:p>
        </p:txBody>
      </p:sp>
      <p:sp>
        <p:nvSpPr>
          <p:cNvPr id="3" name="Content Placeholder 2"/>
          <p:cNvSpPr>
            <a:spLocks noGrp="1"/>
          </p:cNvSpPr>
          <p:nvPr>
            <p:ph idx="1"/>
          </p:nvPr>
        </p:nvSpPr>
        <p:spPr>
          <a:xfrm>
            <a:off x="670560" y="2078650"/>
            <a:ext cx="8952534" cy="4183058"/>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Discounted cash flow (DCF) is a valuation method used to estimate the value of an investment based on its expected future cash flows. </a:t>
            </a:r>
          </a:p>
          <a:p>
            <a:pPr algn="just">
              <a:lnSpc>
                <a:spcPct val="150000"/>
              </a:lnSpc>
            </a:pPr>
            <a:r>
              <a:rPr lang="en-US" dirty="0">
                <a:latin typeface="Times New Roman" panose="02020603050405020304" pitchFamily="18" charset="0"/>
                <a:cs typeface="Times New Roman" panose="02020603050405020304" pitchFamily="18" charset="0"/>
              </a:rPr>
              <a:t>DCF analysis attempts to figure out the value of an investment today, based on projections of how much money it will generate in the future.</a:t>
            </a:r>
          </a:p>
        </p:txBody>
      </p:sp>
    </p:spTree>
    <p:extLst>
      <p:ext uri="{BB962C8B-B14F-4D97-AF65-F5344CB8AC3E}">
        <p14:creationId xmlns:p14="http://schemas.microsoft.com/office/powerpoint/2010/main" val="3654251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Why Common Stock Valuation Important </a:t>
            </a:r>
            <a:endParaRPr lang="en-US" dirty="0"/>
          </a:p>
        </p:txBody>
      </p:sp>
      <p:sp>
        <p:nvSpPr>
          <p:cNvPr id="3" name="Content Placeholder 2"/>
          <p:cNvSpPr>
            <a:spLocks noGrp="1"/>
          </p:cNvSpPr>
          <p:nvPr>
            <p:ph idx="1"/>
          </p:nvPr>
        </p:nvSpPr>
        <p:spPr>
          <a:xfrm>
            <a:off x="762000" y="1976798"/>
            <a:ext cx="8337320" cy="4957402"/>
          </a:xfrm>
        </p:spPr>
        <p:txBody>
          <a:bodyPr>
            <a:noAutofit/>
          </a:bodyPr>
          <a:lstStyle/>
          <a:p>
            <a:pPr algn="just">
              <a:lnSpc>
                <a:spcPct val="150000"/>
              </a:lnSpc>
            </a:pPr>
            <a:r>
              <a:rPr lang="en-US" sz="2400" dirty="0">
                <a:latin typeface="Times New Roman" panose="02020603050405020304" pitchFamily="18" charset="0"/>
                <a:cs typeface="Times New Roman" panose="02020603050405020304" pitchFamily="18" charset="0"/>
              </a:rPr>
              <a:t>Stock valuation is important because it can be used to identify whether a stock is overvalued, undervalued, or is at market price. </a:t>
            </a:r>
          </a:p>
          <a:p>
            <a:pPr algn="just">
              <a:lnSpc>
                <a:spcPct val="150000"/>
              </a:lnSpc>
            </a:pPr>
            <a:r>
              <a:rPr lang="en-US" sz="2400" dirty="0">
                <a:latin typeface="Times New Roman" panose="02020603050405020304" pitchFamily="18" charset="0"/>
                <a:cs typeface="Times New Roman" panose="02020603050405020304" pitchFamily="18" charset="0"/>
              </a:rPr>
              <a:t>Investing in a company that is overvalued provides a huge downside risk. Whereas, investing in a company that is undervalued can significantly reduce the risk.</a:t>
            </a:r>
          </a:p>
        </p:txBody>
      </p:sp>
    </p:spTree>
    <p:extLst>
      <p:ext uri="{BB962C8B-B14F-4D97-AF65-F5344CB8AC3E}">
        <p14:creationId xmlns:p14="http://schemas.microsoft.com/office/powerpoint/2010/main" val="2748161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What is Constant Growth rate model?</a:t>
            </a:r>
          </a:p>
        </p:txBody>
      </p:sp>
      <p:sp>
        <p:nvSpPr>
          <p:cNvPr id="3" name="Content Placeholder 2"/>
          <p:cNvSpPr>
            <a:spLocks noGrp="1"/>
          </p:cNvSpPr>
          <p:nvPr>
            <p:ph idx="1"/>
          </p:nvPr>
        </p:nvSpPr>
        <p:spPr>
          <a:xfrm>
            <a:off x="882880" y="1976798"/>
            <a:ext cx="8108720" cy="4881201"/>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Constant Growth Model is a way of share evaluation. Also known as Gordon Growth Model, it assumes that the dividends paid by the company will continue to go up at a constant growth rate </a:t>
            </a:r>
            <a:r>
              <a:rPr lang="en-US" sz="2400">
                <a:latin typeface="Times New Roman" panose="02020603050405020304" pitchFamily="18" charset="0"/>
                <a:cs typeface="Times New Roman" panose="02020603050405020304" pitchFamily="18" charset="0"/>
              </a:rPr>
              <a:t>indefinitely.</a:t>
            </a:r>
          </a:p>
          <a:p>
            <a:pPr algn="just">
              <a:lnSpc>
                <a:spcPct val="150000"/>
              </a:lnSpc>
            </a:pPr>
            <a:r>
              <a:rPr lang="en-US" sz="240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It helps investors determine the fair price to pay for a stock today based on future dividend payments</a:t>
            </a:r>
          </a:p>
        </p:txBody>
      </p:sp>
    </p:spTree>
    <p:extLst>
      <p:ext uri="{BB962C8B-B14F-4D97-AF65-F5344CB8AC3E}">
        <p14:creationId xmlns:p14="http://schemas.microsoft.com/office/powerpoint/2010/main" val="1744858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Gordon Growth Model Formula</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6103" y="2266951"/>
            <a:ext cx="9141394" cy="3162934"/>
          </a:xfrm>
        </p:spPr>
      </p:pic>
    </p:spTree>
    <p:extLst>
      <p:ext uri="{BB962C8B-B14F-4D97-AF65-F5344CB8AC3E}">
        <p14:creationId xmlns:p14="http://schemas.microsoft.com/office/powerpoint/2010/main" val="3186179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1206501"/>
            <a:ext cx="8412480" cy="738210"/>
          </a:xfrm>
        </p:spPr>
        <p:txBody>
          <a:bodyPr/>
          <a:lstStyle/>
          <a:p>
            <a:pPr algn="ctr"/>
            <a:r>
              <a:rPr lang="en-US" b="1" dirty="0">
                <a:latin typeface="Times New Roman" panose="02020603050405020304" pitchFamily="18" charset="0"/>
                <a:cs typeface="Times New Roman" panose="02020603050405020304" pitchFamily="18" charset="0"/>
              </a:rPr>
              <a:t>Constant Growth Model Example</a:t>
            </a:r>
          </a:p>
        </p:txBody>
      </p:sp>
      <p:sp>
        <p:nvSpPr>
          <p:cNvPr id="3" name="Content Placeholder 2"/>
          <p:cNvSpPr>
            <a:spLocks noGrp="1"/>
          </p:cNvSpPr>
          <p:nvPr>
            <p:ph idx="1"/>
          </p:nvPr>
        </p:nvSpPr>
        <p:spPr>
          <a:xfrm>
            <a:off x="670560" y="1944711"/>
            <a:ext cx="8921625" cy="4327300"/>
          </a:xfrm>
        </p:spPr>
        <p:txBody>
          <a:bodyPr>
            <a:normAutofit/>
          </a:bodyPr>
          <a:lstStyle/>
          <a:p>
            <a:pPr algn="just" fontAlgn="base">
              <a:lnSpc>
                <a:spcPct val="150000"/>
              </a:lnSpc>
            </a:pPr>
            <a:r>
              <a:rPr lang="en-US" dirty="0">
                <a:latin typeface="Times New Roman" panose="02020603050405020304" pitchFamily="18" charset="0"/>
                <a:cs typeface="Times New Roman" panose="02020603050405020304" pitchFamily="18" charset="0"/>
              </a:rPr>
              <a:t>If a company’s shares are trading at $100 per share and a minimum required rate of return of 10% (r) with plans to issue a $4.00 dividend per share (DPS) next year, which is expected to increase by 5% annually (g).</a:t>
            </a:r>
          </a:p>
          <a:p>
            <a:pPr algn="just" fontAlgn="base">
              <a:lnSpc>
                <a:spcPct val="150000"/>
              </a:lnSpc>
            </a:pPr>
            <a:r>
              <a:rPr lang="en-US" dirty="0">
                <a:latin typeface="Times New Roman" panose="02020603050405020304" pitchFamily="18" charset="0"/>
                <a:cs typeface="Times New Roman" panose="02020603050405020304" pitchFamily="18" charset="0"/>
              </a:rPr>
              <a:t>Value Per Share = $4.00 DPS / (10% Required Rate of Return – 5% Annual Growth Rate)</a:t>
            </a:r>
          </a:p>
          <a:p>
            <a:pPr algn="just" fontAlgn="base">
              <a:lnSpc>
                <a:spcPct val="150000"/>
              </a:lnSpc>
            </a:pPr>
            <a:r>
              <a:rPr lang="en-US" dirty="0">
                <a:latin typeface="Times New Roman" panose="02020603050405020304" pitchFamily="18" charset="0"/>
                <a:cs typeface="Times New Roman" panose="02020603050405020304" pitchFamily="18" charset="0"/>
              </a:rPr>
              <a:t>Value Per Share = $80.00</a:t>
            </a:r>
          </a:p>
          <a:p>
            <a:pPr algn="just" fontAlgn="base">
              <a:lnSpc>
                <a:spcPct val="150000"/>
              </a:lnSpc>
            </a:pPr>
            <a:r>
              <a:rPr lang="en-US" dirty="0">
                <a:latin typeface="Times New Roman" panose="02020603050405020304" pitchFamily="18" charset="0"/>
                <a:cs typeface="Times New Roman" panose="02020603050405020304" pitchFamily="18" charset="0"/>
              </a:rPr>
              <a:t>In our example, the share price of the company is overpriced. </a:t>
            </a:r>
          </a:p>
          <a:p>
            <a:pPr marL="0" indent="0">
              <a:buNone/>
            </a:pPr>
            <a:endParaRPr lang="en-US" dirty="0"/>
          </a:p>
        </p:txBody>
      </p:sp>
    </p:spTree>
    <p:extLst>
      <p:ext uri="{BB962C8B-B14F-4D97-AF65-F5344CB8AC3E}">
        <p14:creationId xmlns:p14="http://schemas.microsoft.com/office/powerpoint/2010/main" val="3536203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1206501"/>
            <a:ext cx="8412480" cy="542451"/>
          </a:xfrm>
        </p:spPr>
        <p:txBody>
          <a:bodyPr>
            <a:noAutofit/>
          </a:bodyPr>
          <a:lstStyle/>
          <a:p>
            <a:pPr algn="ctr"/>
            <a:r>
              <a:rPr lang="en-US" b="1" dirty="0">
                <a:latin typeface="Times New Roman" panose="02020603050405020304" pitchFamily="18" charset="0"/>
                <a:cs typeface="Times New Roman" panose="02020603050405020304" pitchFamily="18" charset="0"/>
              </a:rPr>
              <a:t>Constant Growth Model Example</a:t>
            </a:r>
            <a:endParaRPr lang="en-US" dirty="0"/>
          </a:p>
        </p:txBody>
      </p:sp>
      <p:sp>
        <p:nvSpPr>
          <p:cNvPr id="3" name="Content Placeholder 2"/>
          <p:cNvSpPr>
            <a:spLocks noGrp="1"/>
          </p:cNvSpPr>
          <p:nvPr>
            <p:ph idx="1"/>
          </p:nvPr>
        </p:nvSpPr>
        <p:spPr>
          <a:xfrm>
            <a:off x="670560" y="1851982"/>
            <a:ext cx="8818594" cy="4316998"/>
          </a:xfrm>
        </p:spPr>
        <p:txBody>
          <a:bodyPr/>
          <a:lstStyle/>
          <a:p>
            <a:pPr algn="just" fontAlgn="base">
              <a:lnSpc>
                <a:spcPct val="150000"/>
              </a:lnSpc>
            </a:pPr>
            <a:r>
              <a:rPr lang="en-US" dirty="0">
                <a:latin typeface="Times New Roman" panose="02020603050405020304" pitchFamily="18" charset="0"/>
                <a:cs typeface="Times New Roman" panose="02020603050405020304" pitchFamily="18" charset="0"/>
              </a:rPr>
              <a:t>Dividends Per Share (DPS) – Current Period: $5.00</a:t>
            </a:r>
          </a:p>
          <a:p>
            <a:pPr algn="just" fontAlgn="base">
              <a:lnSpc>
                <a:spcPct val="150000"/>
              </a:lnSpc>
            </a:pPr>
            <a:r>
              <a:rPr lang="en-US" dirty="0">
                <a:latin typeface="Times New Roman" panose="02020603050405020304" pitchFamily="18" charset="0"/>
                <a:cs typeface="Times New Roman" panose="02020603050405020304" pitchFamily="18" charset="0"/>
              </a:rPr>
              <a:t>Required Rate of Return (</a:t>
            </a:r>
            <a:r>
              <a:rPr lang="en-US" dirty="0" err="1">
                <a:latin typeface="Times New Roman" panose="02020603050405020304" pitchFamily="18" charset="0"/>
                <a:cs typeface="Times New Roman" panose="02020603050405020304" pitchFamily="18" charset="0"/>
              </a:rPr>
              <a:t>Ke</a:t>
            </a:r>
            <a:r>
              <a:rPr lang="en-US" dirty="0">
                <a:latin typeface="Times New Roman" panose="02020603050405020304" pitchFamily="18" charset="0"/>
                <a:cs typeface="Times New Roman" panose="02020603050405020304" pitchFamily="18" charset="0"/>
              </a:rPr>
              <a:t>): 8.0%</a:t>
            </a:r>
          </a:p>
          <a:p>
            <a:pPr algn="just" fontAlgn="base">
              <a:lnSpc>
                <a:spcPct val="150000"/>
              </a:lnSpc>
            </a:pPr>
            <a:r>
              <a:rPr lang="en-US" dirty="0">
                <a:latin typeface="Times New Roman" panose="02020603050405020304" pitchFamily="18" charset="0"/>
                <a:cs typeface="Times New Roman" panose="02020603050405020304" pitchFamily="18" charset="0"/>
              </a:rPr>
              <a:t>Expected Dividend Growth Rate (g): 3.0%</a:t>
            </a:r>
          </a:p>
          <a:p>
            <a:pPr algn="just" fontAlgn="base">
              <a:lnSpc>
                <a:spcPct val="150000"/>
              </a:lnSpc>
            </a:pPr>
            <a:endParaRPr lang="en-US" dirty="0">
              <a:latin typeface="Times New Roman" panose="02020603050405020304" pitchFamily="18" charset="0"/>
              <a:cs typeface="Times New Roman" panose="02020603050405020304" pitchFamily="18" charset="0"/>
            </a:endParaRPr>
          </a:p>
          <a:p>
            <a:pPr algn="just" fontAlgn="base">
              <a:lnSpc>
                <a:spcPct val="150000"/>
              </a:lnSpc>
            </a:pPr>
            <a:r>
              <a:rPr lang="en-US" b="1" dirty="0">
                <a:latin typeface="Times New Roman" panose="02020603050405020304" pitchFamily="18" charset="0"/>
                <a:cs typeface="Times New Roman" panose="02020603050405020304" pitchFamily="18" charset="0"/>
              </a:rPr>
              <a:t>What will be Share worth today?</a:t>
            </a:r>
          </a:p>
          <a:p>
            <a:endParaRPr lang="en-US" dirty="0"/>
          </a:p>
        </p:txBody>
      </p:sp>
    </p:spTree>
    <p:extLst>
      <p:ext uri="{BB962C8B-B14F-4D97-AF65-F5344CB8AC3E}">
        <p14:creationId xmlns:p14="http://schemas.microsoft.com/office/powerpoint/2010/main" val="712508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1206501"/>
            <a:ext cx="8412480" cy="583663"/>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Constant Growth Model Example</a:t>
            </a:r>
            <a:endParaRPr lang="en-US" dirty="0"/>
          </a:p>
        </p:txBody>
      </p:sp>
      <p:sp>
        <p:nvSpPr>
          <p:cNvPr id="3" name="Content Placeholder 2"/>
          <p:cNvSpPr>
            <a:spLocks noGrp="1"/>
          </p:cNvSpPr>
          <p:nvPr>
            <p:ph idx="1"/>
          </p:nvPr>
        </p:nvSpPr>
        <p:spPr>
          <a:xfrm>
            <a:off x="670560" y="1893194"/>
            <a:ext cx="8412480" cy="3962776"/>
          </a:xfrm>
        </p:spPr>
        <p:txBody>
          <a:bodyPr>
            <a:normAutofit/>
          </a:bodyPr>
          <a:lstStyle/>
          <a:p>
            <a:pPr algn="just">
              <a:lnSpc>
                <a:spcPct val="200000"/>
              </a:lnSpc>
            </a:pPr>
            <a:r>
              <a:rPr lang="en-US" sz="2560" dirty="0">
                <a:latin typeface="Times New Roman" panose="02020603050405020304" pitchFamily="18" charset="0"/>
                <a:cs typeface="Times New Roman" panose="02020603050405020304" pitchFamily="18" charset="0"/>
              </a:rPr>
              <a:t>Consider a company that pays a $5 dividend per share, requires a 10 percent rate of return from investors and is seeing its dividend grow at a 5 percent rate.</a:t>
            </a:r>
          </a:p>
          <a:p>
            <a:pPr algn="just">
              <a:lnSpc>
                <a:spcPct val="200000"/>
              </a:lnSpc>
            </a:pPr>
            <a:r>
              <a:rPr lang="en-US" sz="2560" b="1" dirty="0">
                <a:latin typeface="Times New Roman" panose="02020603050405020304" pitchFamily="18" charset="0"/>
                <a:cs typeface="Times New Roman" panose="02020603050405020304" pitchFamily="18" charset="0"/>
              </a:rPr>
              <a:t>What will be Share worth today?</a:t>
            </a:r>
          </a:p>
          <a:p>
            <a:pPr algn="just">
              <a:lnSpc>
                <a:spcPct val="200000"/>
              </a:lnSpc>
            </a:pPr>
            <a:endParaRPr lang="en-US" sz="2560" dirty="0">
              <a:latin typeface="Times New Roman" panose="02020603050405020304" pitchFamily="18" charset="0"/>
              <a:cs typeface="Times New Roman" panose="02020603050405020304" pitchFamily="18" charset="0"/>
            </a:endParaRPr>
          </a:p>
          <a:p>
            <a:pPr algn="just">
              <a:lnSpc>
                <a:spcPct val="200000"/>
              </a:lnSpc>
            </a:pPr>
            <a:endParaRPr lang="en-US" sz="256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5038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4000" b="1" dirty="0">
                <a:solidFill>
                  <a:schemeClr val="tx1"/>
                </a:solidFill>
                <a:latin typeface="Times New Roman" panose="02020603050405020304" pitchFamily="18" charset="0"/>
                <a:cs typeface="Times New Roman" panose="02020603050405020304" pitchFamily="18" charset="0"/>
              </a:rPr>
              <a:t>Valuing the Entire Corporation </a:t>
            </a:r>
          </a:p>
        </p:txBody>
      </p:sp>
      <p:sp>
        <p:nvSpPr>
          <p:cNvPr id="3" name="Content Placeholder 2"/>
          <p:cNvSpPr>
            <a:spLocks noGrp="1"/>
          </p:cNvSpPr>
          <p:nvPr>
            <p:ph idx="1"/>
          </p:nvPr>
        </p:nvSpPr>
        <p:spPr/>
        <p:txBody>
          <a:bodyPr/>
          <a:lstStyle/>
          <a:p>
            <a:pPr algn="just"/>
            <a:r>
              <a:rPr lang="en-US" sz="3200" dirty="0">
                <a:latin typeface="Times New Roman" panose="02020603050405020304" pitchFamily="18" charset="0"/>
                <a:cs typeface="Times New Roman" panose="02020603050405020304" pitchFamily="18" charset="0"/>
              </a:rPr>
              <a:t>A business valuation is a general process of determining the </a:t>
            </a:r>
            <a:r>
              <a:rPr lang="en-US" sz="3200" dirty="0">
                <a:solidFill>
                  <a:schemeClr val="tx1"/>
                </a:solidFill>
                <a:latin typeface="Times New Roman" panose="02020603050405020304" pitchFamily="18" charset="0"/>
                <a:cs typeface="Times New Roman" panose="02020603050405020304" pitchFamily="18" charset="0"/>
              </a:rPr>
              <a:t>economic value</a:t>
            </a:r>
            <a:r>
              <a:rPr lang="en-US" sz="3200" dirty="0">
                <a:latin typeface="Times New Roman" panose="02020603050405020304" pitchFamily="18" charset="0"/>
                <a:cs typeface="Times New Roman" panose="02020603050405020304" pitchFamily="18" charset="0"/>
              </a:rPr>
              <a:t> of a whole business or company unit.</a:t>
            </a:r>
          </a:p>
          <a:p>
            <a:pPr algn="just"/>
            <a:r>
              <a:rPr lang="en-US" sz="3200" dirty="0">
                <a:latin typeface="Times New Roman" panose="02020603050405020304" pitchFamily="18" charset="0"/>
                <a:cs typeface="Times New Roman" panose="02020603050405020304" pitchFamily="18" charset="0"/>
              </a:rPr>
              <a:t>Different methods of evaluating the Corporation is below.</a:t>
            </a:r>
          </a:p>
          <a:p>
            <a:endParaRPr lang="en-US" dirty="0"/>
          </a:p>
        </p:txBody>
      </p:sp>
    </p:spTree>
    <p:extLst>
      <p:ext uri="{BB962C8B-B14F-4D97-AF65-F5344CB8AC3E}">
        <p14:creationId xmlns:p14="http://schemas.microsoft.com/office/powerpoint/2010/main" val="3152805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Market Capitalization</a:t>
            </a:r>
            <a:endParaRPr lang="en-US" dirty="0"/>
          </a:p>
        </p:txBody>
      </p:sp>
      <p:sp>
        <p:nvSpPr>
          <p:cNvPr id="3" name="Content Placeholder 2"/>
          <p:cNvSpPr>
            <a:spLocks noGrp="1"/>
          </p:cNvSpPr>
          <p:nvPr>
            <p:ph idx="1"/>
          </p:nvPr>
        </p:nvSpPr>
        <p:spPr/>
        <p:txBody>
          <a:bodyPr/>
          <a:lstStyle/>
          <a:p>
            <a:pPr algn="just"/>
            <a:r>
              <a:rPr lang="en-US" sz="3200" dirty="0">
                <a:solidFill>
                  <a:schemeClr val="tx1"/>
                </a:solidFill>
              </a:rPr>
              <a:t>Market capitalization</a:t>
            </a:r>
            <a:r>
              <a:rPr lang="en-US" sz="3200" dirty="0"/>
              <a:t> is the simplest method of business valuation. It is calculated by multiplying the company’s share price by its total number of shares outstanding</a:t>
            </a:r>
            <a:r>
              <a:rPr lang="en-US" dirty="0"/>
              <a:t>.</a:t>
            </a:r>
          </a:p>
        </p:txBody>
      </p:sp>
    </p:spTree>
    <p:extLst>
      <p:ext uri="{BB962C8B-B14F-4D97-AF65-F5344CB8AC3E}">
        <p14:creationId xmlns:p14="http://schemas.microsoft.com/office/powerpoint/2010/main" val="1167289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Example of Market Capitalization</a:t>
            </a:r>
            <a:endParaRPr lang="en-US" dirty="0"/>
          </a:p>
        </p:txBody>
      </p:sp>
      <p:sp>
        <p:nvSpPr>
          <p:cNvPr id="3" name="Content Placeholder 2"/>
          <p:cNvSpPr>
            <a:spLocks noGrp="1"/>
          </p:cNvSpPr>
          <p:nvPr>
            <p:ph idx="1"/>
          </p:nvPr>
        </p:nvSpPr>
        <p:spPr/>
        <p:txBody>
          <a:bodyPr/>
          <a:lstStyle/>
          <a:p>
            <a:pPr algn="just"/>
            <a:r>
              <a:rPr lang="en-US" sz="3200" dirty="0"/>
              <a:t>As of January 3, 2018, Microsoft Inc. traded at $86.35. with a total number of shares outstanding of 7.715 billion, the company could then be valued at $86.35 x 7.715 billion = $666.19 billion</a:t>
            </a:r>
            <a:r>
              <a:rPr lang="en-US" dirty="0"/>
              <a:t>.</a:t>
            </a:r>
          </a:p>
          <a:p>
            <a:endParaRPr lang="en-US" dirty="0"/>
          </a:p>
        </p:txBody>
      </p:sp>
    </p:spTree>
    <p:extLst>
      <p:ext uri="{BB962C8B-B14F-4D97-AF65-F5344CB8AC3E}">
        <p14:creationId xmlns:p14="http://schemas.microsoft.com/office/powerpoint/2010/main" val="3892081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1370" y="1081825"/>
            <a:ext cx="7132319" cy="1810225"/>
          </a:xfrm>
        </p:spPr>
        <p:txBody>
          <a:bodyPr/>
          <a:lstStyle/>
          <a:p>
            <a:pPr algn="l"/>
            <a:r>
              <a:rPr lang="en-US" u="sng" dirty="0"/>
              <a:t>Book Value Method </a:t>
            </a:r>
          </a:p>
        </p:txBody>
      </p:sp>
      <p:sp>
        <p:nvSpPr>
          <p:cNvPr id="3" name="Subtitle 2"/>
          <p:cNvSpPr>
            <a:spLocks noGrp="1"/>
          </p:cNvSpPr>
          <p:nvPr>
            <p:ph type="subTitle" idx="1"/>
          </p:nvPr>
        </p:nvSpPr>
        <p:spPr>
          <a:xfrm>
            <a:off x="381000" y="2866729"/>
            <a:ext cx="8975089" cy="4270750"/>
          </a:xfrm>
        </p:spPr>
        <p:txBody>
          <a:bodyPr>
            <a:normAutofit/>
          </a:bodyPr>
          <a:lstStyle/>
          <a:p>
            <a:pPr marL="365760" indent="-365760" algn="just">
              <a:lnSpc>
                <a:spcPct val="150000"/>
              </a:lnSpc>
              <a:buFont typeface="Wingdings" panose="05000000000000000000" pitchFamily="2" charset="2"/>
              <a:buChar char="Ø"/>
            </a:pPr>
            <a:r>
              <a:rPr lang="en-US" sz="2800" dirty="0">
                <a:solidFill>
                  <a:schemeClr val="tx1"/>
                </a:solidFill>
                <a:latin typeface="Times New Roman" panose="02020603050405020304" pitchFamily="18" charset="0"/>
                <a:cs typeface="Times New Roman" panose="02020603050405020304" pitchFamily="18" charset="0"/>
              </a:rPr>
              <a:t>This is the value of shareholders’ equity of a business as shown on the balance sheet statement. </a:t>
            </a:r>
          </a:p>
          <a:p>
            <a:pPr marL="365760" indent="-365760" algn="just">
              <a:lnSpc>
                <a:spcPct val="150000"/>
              </a:lnSpc>
              <a:buFont typeface="Wingdings" panose="05000000000000000000" pitchFamily="2" charset="2"/>
              <a:buChar char="Ø"/>
            </a:pPr>
            <a:r>
              <a:rPr lang="en-US" sz="2800" dirty="0">
                <a:solidFill>
                  <a:schemeClr val="tx1"/>
                </a:solidFill>
                <a:latin typeface="Times New Roman" panose="02020603050405020304" pitchFamily="18" charset="0"/>
                <a:cs typeface="Times New Roman" panose="02020603050405020304" pitchFamily="18" charset="0"/>
              </a:rPr>
              <a:t>The book value is derived by subtracting the total liabilities of a company from its total assets.</a:t>
            </a:r>
          </a:p>
          <a:p>
            <a:pPr algn="l"/>
            <a:endParaRPr lang="en-US" dirty="0"/>
          </a:p>
        </p:txBody>
      </p:sp>
    </p:spTree>
    <p:extLst>
      <p:ext uri="{BB962C8B-B14F-4D97-AF65-F5344CB8AC3E}">
        <p14:creationId xmlns:p14="http://schemas.microsoft.com/office/powerpoint/2010/main" val="4165871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760" b="1" i="1" dirty="0">
                <a:latin typeface="Times New Roman" panose="02020603050405020304" pitchFamily="18" charset="0"/>
                <a:cs typeface="Times New Roman" panose="02020603050405020304" pitchFamily="18" charset="0"/>
              </a:rPr>
              <a:t>Liquidation Value</a:t>
            </a:r>
            <a:endParaRPr lang="en-US" sz="5760"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82880" y="1828800"/>
            <a:ext cx="8413520" cy="4836167"/>
          </a:xfrm>
        </p:spPr>
        <p:txBody>
          <a:bodyPr/>
          <a:lstStyle/>
          <a:p>
            <a:pPr algn="just">
              <a:lnSpc>
                <a:spcPct val="150000"/>
              </a:lnSpc>
            </a:pPr>
            <a:r>
              <a:rPr lang="en-US" sz="2800" dirty="0">
                <a:solidFill>
                  <a:schemeClr val="tx1"/>
                </a:solidFill>
                <a:latin typeface="Times New Roman" panose="02020603050405020304" pitchFamily="18" charset="0"/>
                <a:cs typeface="Times New Roman" panose="02020603050405020304" pitchFamily="18" charset="0"/>
              </a:rPr>
              <a:t>Liquidation</a:t>
            </a:r>
            <a:r>
              <a:rPr lang="en-US" sz="2800" dirty="0">
                <a:latin typeface="Times New Roman" panose="02020603050405020304" pitchFamily="18" charset="0"/>
                <a:cs typeface="Times New Roman" panose="02020603050405020304" pitchFamily="18" charset="0"/>
              </a:rPr>
              <a:t> value is the net cash that a business will receive if its assets were liquidated and liabilities were paid off today.</a:t>
            </a:r>
          </a:p>
          <a:p>
            <a:pPr algn="just">
              <a:lnSpc>
                <a:spcPct val="150000"/>
              </a:lnSpc>
            </a:pPr>
            <a:r>
              <a:rPr lang="en-US" sz="2800" dirty="0">
                <a:latin typeface="Times New Roman" panose="02020603050405020304" pitchFamily="18" charset="0"/>
                <a:cs typeface="Times New Roman" panose="02020603050405020304" pitchFamily="18" charset="0"/>
              </a:rPr>
              <a:t>This is by no means an exhaustive list of the business valuation methods in use today. Other methods include replacement value, breakup value, asset-based valuation and still many more.</a:t>
            </a:r>
          </a:p>
          <a:p>
            <a:endParaRPr lang="en-US" dirty="0"/>
          </a:p>
        </p:txBody>
      </p:sp>
    </p:spTree>
    <p:extLst>
      <p:ext uri="{BB962C8B-B14F-4D97-AF65-F5344CB8AC3E}">
        <p14:creationId xmlns:p14="http://schemas.microsoft.com/office/powerpoint/2010/main" val="698991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0"/>
            <a:ext cx="7040481" cy="2413633"/>
          </a:xfrm>
        </p:spPr>
        <p:txBody>
          <a:bodyPr/>
          <a:lstStyle/>
          <a:p>
            <a:r>
              <a:rPr lang="en-US" b="1" u="sng" dirty="0"/>
              <a:t>Stock Market Equilibrium</a:t>
            </a:r>
            <a:endParaRPr lang="en-US" u="sng" dirty="0"/>
          </a:p>
        </p:txBody>
      </p:sp>
      <p:sp>
        <p:nvSpPr>
          <p:cNvPr id="3" name="Subtitle 2"/>
          <p:cNvSpPr>
            <a:spLocks noGrp="1"/>
          </p:cNvSpPr>
          <p:nvPr>
            <p:ph type="subTitle" idx="1"/>
          </p:nvPr>
        </p:nvSpPr>
        <p:spPr>
          <a:xfrm>
            <a:off x="2003491" y="2819400"/>
            <a:ext cx="7040481" cy="4495800"/>
          </a:xfrm>
        </p:spPr>
        <p:txBody>
          <a:bodyPr>
            <a:normAutofit/>
          </a:bodyPr>
          <a:lstStyle/>
          <a:p>
            <a:pPr algn="just"/>
            <a:r>
              <a:rPr lang="en-US" sz="4400" i="1" dirty="0">
                <a:solidFill>
                  <a:schemeClr val="tx1"/>
                </a:solidFill>
                <a:latin typeface="Times New Roman" panose="02020603050405020304" pitchFamily="18" charset="0"/>
                <a:cs typeface="Times New Roman" panose="02020603050405020304" pitchFamily="18" charset="0"/>
              </a:rPr>
              <a:t>Equilibrium is the state in which market supply and demand balance each other, and as a result prices become stable. </a:t>
            </a:r>
          </a:p>
        </p:txBody>
      </p:sp>
    </p:spTree>
    <p:extLst>
      <p:ext uri="{BB962C8B-B14F-4D97-AF65-F5344CB8AC3E}">
        <p14:creationId xmlns:p14="http://schemas.microsoft.com/office/powerpoint/2010/main" val="843334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0"/>
            <a:ext cx="7040481" cy="2413633"/>
          </a:xfrm>
        </p:spPr>
        <p:txBody>
          <a:bodyPr/>
          <a:lstStyle/>
          <a:p>
            <a:r>
              <a:rPr lang="en-US" b="1" u="sng" dirty="0"/>
              <a:t>Stock Market Equilibrium</a:t>
            </a:r>
            <a:endParaRPr lang="en-US" u="sng" dirty="0"/>
          </a:p>
        </p:txBody>
      </p:sp>
      <p:sp>
        <p:nvSpPr>
          <p:cNvPr id="3" name="Subtitle 2"/>
          <p:cNvSpPr>
            <a:spLocks noGrp="1"/>
          </p:cNvSpPr>
          <p:nvPr>
            <p:ph type="subTitle" idx="1"/>
          </p:nvPr>
        </p:nvSpPr>
        <p:spPr>
          <a:xfrm>
            <a:off x="2003491" y="2819400"/>
            <a:ext cx="7040481" cy="4495800"/>
          </a:xfrm>
        </p:spPr>
        <p:txBody>
          <a:bodyPr>
            <a:normAutofit/>
          </a:bodyPr>
          <a:lstStyle/>
          <a:p>
            <a:pPr algn="justLow"/>
            <a:r>
              <a:rPr lang="en-US" sz="3600" i="1" dirty="0">
                <a:solidFill>
                  <a:schemeClr val="tx1"/>
                </a:solidFill>
                <a:latin typeface="Times New Roman" panose="02020603050405020304" pitchFamily="18" charset="0"/>
                <a:cs typeface="Times New Roman" panose="02020603050405020304" pitchFamily="18" charset="0"/>
              </a:rPr>
              <a:t>Generally, an over-supply of goods or services causes prices to go down, which results in higher demand—while an under-supply or shortage causes prices to go up resulting in less demand.</a:t>
            </a:r>
          </a:p>
          <a:p>
            <a:pPr algn="just"/>
            <a:endParaRPr lang="en-US" sz="4400"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62610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extLst>
      <p:ext uri="{BB962C8B-B14F-4D97-AF65-F5344CB8AC3E}">
        <p14:creationId xmlns:p14="http://schemas.microsoft.com/office/powerpoint/2010/main" val="2691171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extLst>
      <p:ext uri="{BB962C8B-B14F-4D97-AF65-F5344CB8AC3E}">
        <p14:creationId xmlns:p14="http://schemas.microsoft.com/office/powerpoint/2010/main" val="10238874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extLst>
      <p:ext uri="{BB962C8B-B14F-4D97-AF65-F5344CB8AC3E}">
        <p14:creationId xmlns:p14="http://schemas.microsoft.com/office/powerpoint/2010/main" val="7591714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extLst>
      <p:ext uri="{BB962C8B-B14F-4D97-AF65-F5344CB8AC3E}">
        <p14:creationId xmlns:p14="http://schemas.microsoft.com/office/powerpoint/2010/main" val="2107531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extLst>
      <p:ext uri="{BB962C8B-B14F-4D97-AF65-F5344CB8AC3E}">
        <p14:creationId xmlns:p14="http://schemas.microsoft.com/office/powerpoint/2010/main" val="25776794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Picture 1"/>
          <p:cNvPicPr>
            <a:picLocks noChangeAspect="1"/>
          </p:cNvPicPr>
          <p:nvPr/>
        </p:nvPicPr>
        <p:blipFill>
          <a:blip r:embed="rId2"/>
          <a:stretch>
            <a:fillRect/>
          </a:stretch>
        </p:blipFill>
        <p:spPr>
          <a:xfrm>
            <a:off x="0" y="0"/>
            <a:ext cx="9753600" cy="7315200"/>
          </a:xfrm>
          <a:prstGeom prst="rect">
            <a:avLst/>
          </a:prstGeom>
        </p:spPr>
      </p:pic>
    </p:spTree>
    <p:extLst>
      <p:ext uri="{BB962C8B-B14F-4D97-AF65-F5344CB8AC3E}">
        <p14:creationId xmlns:p14="http://schemas.microsoft.com/office/powerpoint/2010/main" val="3595335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14BAA3-4B79-1E9A-CEDC-F1D9DE1D70D9}"/>
              </a:ext>
            </a:extLst>
          </p:cNvPr>
          <p:cNvSpPr>
            <a:spLocks noGrp="1"/>
          </p:cNvSpPr>
          <p:nvPr>
            <p:ph type="title"/>
          </p:nvPr>
        </p:nvSpPr>
        <p:spPr>
          <a:xfrm>
            <a:off x="762000" y="-152400"/>
            <a:ext cx="8046720" cy="1547474"/>
          </a:xfrm>
        </p:spPr>
        <p:txBody>
          <a:bodyPr>
            <a:normAutofit/>
          </a:bodyPr>
          <a:lstStyle/>
          <a:p>
            <a:r>
              <a:rPr lang="en-US" sz="4800" dirty="0">
                <a:latin typeface="Times New Roman" panose="02020603050405020304" pitchFamily="18" charset="0"/>
                <a:cs typeface="Times New Roman" panose="02020603050405020304" pitchFamily="18" charset="0"/>
              </a:rPr>
              <a:t>Valuing Preferred Stock</a:t>
            </a:r>
          </a:p>
        </p:txBody>
      </p:sp>
      <p:sp>
        <p:nvSpPr>
          <p:cNvPr id="7" name="Content Placeholder 6">
            <a:extLst>
              <a:ext uri="{FF2B5EF4-FFF2-40B4-BE49-F238E27FC236}">
                <a16:creationId xmlns:a16="http://schemas.microsoft.com/office/drawing/2014/main" id="{B92F0166-CA90-F2AE-A8D2-501E5E415CB5}"/>
              </a:ext>
            </a:extLst>
          </p:cNvPr>
          <p:cNvSpPr>
            <a:spLocks noGrp="1"/>
          </p:cNvSpPr>
          <p:nvPr>
            <p:ph idx="1"/>
          </p:nvPr>
        </p:nvSpPr>
        <p:spPr>
          <a:xfrm>
            <a:off x="228601" y="1511808"/>
            <a:ext cx="9525000" cy="5269992"/>
          </a:xfrm>
        </p:spPr>
        <p:txBody>
          <a:bodyPr>
            <a:normAutofit/>
          </a:bodyPr>
          <a:lstStyle/>
          <a:p>
            <a:pPr algn="l"/>
            <a:r>
              <a:rPr lang="en-US" b="1" i="0" dirty="0">
                <a:solidFill>
                  <a:srgbClr val="111111"/>
                </a:solidFill>
                <a:effectLst/>
                <a:latin typeface="Cabin-semi-bold"/>
              </a:rPr>
              <a:t>Valuation Models</a:t>
            </a:r>
          </a:p>
          <a:p>
            <a:pPr algn="l">
              <a:lnSpc>
                <a:spcPct val="150000"/>
              </a:lnSpc>
            </a:pPr>
            <a:r>
              <a:rPr lang="en-US" sz="2000" b="0" i="0" dirty="0">
                <a:solidFill>
                  <a:srgbClr val="111111"/>
                </a:solidFill>
                <a:effectLst/>
                <a:latin typeface="Times New Roman" panose="02020603050405020304" pitchFamily="18" charset="0"/>
                <a:cs typeface="Times New Roman" panose="02020603050405020304" pitchFamily="18" charset="0"/>
              </a:rPr>
              <a:t>If preferred stocks have a fixed dividend, then we can calculate the value by discounting each of these payments to the present day. This fixed dividend is not guaranteed in common shares. If you take these payments and calculate the sum of the present values into perpetuity, you will find the value of the stock.</a:t>
            </a:r>
          </a:p>
          <a:p>
            <a:pPr>
              <a:lnSpc>
                <a:spcPct val="150000"/>
              </a:lnSpc>
            </a:pPr>
            <a:r>
              <a:rPr lang="en-US" sz="2000" b="0" i="0" dirty="0">
                <a:solidFill>
                  <a:srgbClr val="000000"/>
                </a:solidFill>
                <a:effectLst/>
                <a:latin typeface="Times New Roman" panose="02020603050405020304" pitchFamily="18" charset="0"/>
                <a:cs typeface="Times New Roman" panose="02020603050405020304" pitchFamily="18" charset="0"/>
              </a:rPr>
              <a:t>For instance, person A is an investor who wants to invest in a straight preferred stock that pays annual dividends of $40. Considering the risk, the market will consider a discount rate of 10%. Compute the preferred stock value of person A.</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247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14BAA3-4B79-1E9A-CEDC-F1D9DE1D70D9}"/>
              </a:ext>
            </a:extLst>
          </p:cNvPr>
          <p:cNvSpPr>
            <a:spLocks noGrp="1"/>
          </p:cNvSpPr>
          <p:nvPr>
            <p:ph type="title"/>
          </p:nvPr>
        </p:nvSpPr>
        <p:spPr>
          <a:xfrm>
            <a:off x="762000" y="-152400"/>
            <a:ext cx="8046720" cy="1547474"/>
          </a:xfrm>
        </p:spPr>
        <p:txBody>
          <a:bodyPr>
            <a:normAutofit/>
          </a:bodyPr>
          <a:lstStyle/>
          <a:p>
            <a:r>
              <a:rPr lang="en-US" sz="4800" dirty="0">
                <a:latin typeface="Times New Roman" panose="02020603050405020304" pitchFamily="18" charset="0"/>
                <a:cs typeface="Times New Roman" panose="02020603050405020304" pitchFamily="18" charset="0"/>
              </a:rPr>
              <a:t>Valuing Preferred Stock</a:t>
            </a:r>
          </a:p>
        </p:txBody>
      </p:sp>
      <p:sp>
        <p:nvSpPr>
          <p:cNvPr id="7" name="Content Placeholder 6">
            <a:extLst>
              <a:ext uri="{FF2B5EF4-FFF2-40B4-BE49-F238E27FC236}">
                <a16:creationId xmlns:a16="http://schemas.microsoft.com/office/drawing/2014/main" id="{B92F0166-CA90-F2AE-A8D2-501E5E415CB5}"/>
              </a:ext>
            </a:extLst>
          </p:cNvPr>
          <p:cNvSpPr>
            <a:spLocks noGrp="1"/>
          </p:cNvSpPr>
          <p:nvPr>
            <p:ph idx="1"/>
          </p:nvPr>
        </p:nvSpPr>
        <p:spPr>
          <a:xfrm>
            <a:off x="776989" y="1511808"/>
            <a:ext cx="8976611" cy="5269992"/>
          </a:xfrm>
        </p:spPr>
        <p:txBody>
          <a:bodyPr>
            <a:normAutofit/>
          </a:bodyPr>
          <a:lstStyle/>
          <a:p>
            <a:endParaRPr lang="en-US" dirty="0"/>
          </a:p>
          <a:p>
            <a:pPr>
              <a:lnSpc>
                <a:spcPct val="200000"/>
              </a:lnSpc>
            </a:pPr>
            <a:r>
              <a:rPr lang="en-US" sz="2400" dirty="0">
                <a:latin typeface="Times New Roman" panose="02020603050405020304" pitchFamily="18" charset="0"/>
                <a:cs typeface="Times New Roman" panose="02020603050405020304" pitchFamily="18" charset="0"/>
              </a:rPr>
              <a:t>Formula for Valuing Preferred Stock</a:t>
            </a:r>
          </a:p>
          <a:p>
            <a:pPr algn="ctr">
              <a:lnSpc>
                <a:spcPct val="200000"/>
              </a:lnSpc>
            </a:pPr>
            <a:r>
              <a:rPr lang="en-US" sz="2400" dirty="0">
                <a:effectLst/>
                <a:latin typeface="Times New Roman" panose="02020603050405020304" pitchFamily="18" charset="0"/>
                <a:cs typeface="Times New Roman" panose="02020603050405020304" pitchFamily="18" charset="0"/>
              </a:rPr>
              <a:t>​</a:t>
            </a:r>
            <a:r>
              <a:rPr lang="en-US" sz="4000" b="1" i="1" dirty="0">
                <a:solidFill>
                  <a:srgbClr val="111111"/>
                </a:solidFill>
                <a:effectLst/>
                <a:latin typeface="Times New Roman" panose="02020603050405020304" pitchFamily="18" charset="0"/>
                <a:cs typeface="Times New Roman" panose="02020603050405020304" pitchFamily="18" charset="0"/>
              </a:rPr>
              <a:t>V</a:t>
            </a:r>
            <a:r>
              <a:rPr lang="en-US" sz="4000" b="1" i="0" dirty="0">
                <a:solidFill>
                  <a:srgbClr val="111111"/>
                </a:solidFill>
                <a:effectLst/>
                <a:latin typeface="Times New Roman" panose="02020603050405020304" pitchFamily="18" charset="0"/>
                <a:cs typeface="Times New Roman" panose="02020603050405020304" pitchFamily="18" charset="0"/>
              </a:rPr>
              <a:t>=</a:t>
            </a:r>
            <a:r>
              <a:rPr lang="en-US" sz="4000" b="1" i="1" dirty="0">
                <a:solidFill>
                  <a:srgbClr val="111111"/>
                </a:solidFill>
                <a:latin typeface="Times New Roman" panose="02020603050405020304" pitchFamily="18" charset="0"/>
                <a:cs typeface="Times New Roman" panose="02020603050405020304" pitchFamily="18" charset="0"/>
              </a:rPr>
              <a:t>D/r</a:t>
            </a:r>
            <a:br>
              <a:rPr lang="en-US" b="0" i="0" dirty="0">
                <a:solidFill>
                  <a:srgbClr val="111111"/>
                </a:solidFill>
                <a:effectLst/>
                <a:latin typeface="KaTeX_Main"/>
              </a:rPr>
            </a:br>
            <a:endParaRPr lang="en-US" dirty="0"/>
          </a:p>
        </p:txBody>
      </p:sp>
    </p:spTree>
    <p:extLst>
      <p:ext uri="{BB962C8B-B14F-4D97-AF65-F5344CB8AC3E}">
        <p14:creationId xmlns:p14="http://schemas.microsoft.com/office/powerpoint/2010/main" val="27243276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3.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18169</TotalTime>
  <Words>817</Words>
  <Application>Microsoft Office PowerPoint</Application>
  <PresentationFormat>Custom</PresentationFormat>
  <Paragraphs>55</Paragraphs>
  <Slides>31</Slides>
  <Notes>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31</vt:i4>
      </vt:variant>
    </vt:vector>
  </HeadingPairs>
  <TitlesOfParts>
    <vt:vector size="43" baseType="lpstr">
      <vt:lpstr>Arial</vt:lpstr>
      <vt:lpstr>Cabin-semi-bold</vt:lpstr>
      <vt:lpstr>Calibri</vt:lpstr>
      <vt:lpstr>Calibri Light</vt:lpstr>
      <vt:lpstr>Century Gothic</vt:lpstr>
      <vt:lpstr>KaTeX_Main</vt:lpstr>
      <vt:lpstr>Times New Roman</vt:lpstr>
      <vt:lpstr>Wingdings</vt:lpstr>
      <vt:lpstr>Wingdings 3</vt:lpstr>
      <vt:lpstr>Ion</vt:lpstr>
      <vt:lpstr>Wisp</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Common Stock Valuation </vt:lpstr>
      <vt:lpstr>What is discounted cash flow </vt:lpstr>
      <vt:lpstr>Why Common Stock Valuation Important </vt:lpstr>
      <vt:lpstr>What is Constant Growth rate model?</vt:lpstr>
      <vt:lpstr>Gordon Growth Model Formula</vt:lpstr>
      <vt:lpstr>Constant Growth Model Example</vt:lpstr>
      <vt:lpstr>Constant Growth Model Example</vt:lpstr>
      <vt:lpstr>Constant Growth Model Example</vt:lpstr>
      <vt:lpstr>Valuing the Entire Corporation </vt:lpstr>
      <vt:lpstr>Market Capitalization</vt:lpstr>
      <vt:lpstr>Example of Market Capitalization</vt:lpstr>
      <vt:lpstr>Book Value Method </vt:lpstr>
      <vt:lpstr>Liquidation Value</vt:lpstr>
      <vt:lpstr>Stock Market Equilibrium</vt:lpstr>
      <vt:lpstr>Stock Market Equilibrium</vt:lpstr>
      <vt:lpstr>PowerPoint Presentation</vt:lpstr>
      <vt:lpstr>PowerPoint Presentation</vt:lpstr>
      <vt:lpstr>PowerPoint Presentation</vt:lpstr>
      <vt:lpstr>PowerPoint Presentation</vt:lpstr>
      <vt:lpstr>PowerPoint Presentation</vt:lpstr>
      <vt:lpstr>PowerPoint Presentation</vt:lpstr>
      <vt:lpstr>Valuing Preferred Stock</vt:lpstr>
      <vt:lpstr>Valuing Preferred Stock</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
  <dc:creator>Unknown Creator</dc:creator>
  <cp:keywords/>
  <dc:description/>
  <cp:lastModifiedBy>Paradise</cp:lastModifiedBy>
  <cp:revision>32</cp:revision>
  <dcterms:created xsi:type="dcterms:W3CDTF">2022-04-21T11:19:55Z</dcterms:created>
  <dcterms:modified xsi:type="dcterms:W3CDTF">2024-01-14T18:39:14Z</dcterms:modified>
  <cp:category/>
</cp:coreProperties>
</file>