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6256000" cy="9144000"/>
  <p:notesSz cx="9144000" cy="16256000"/>
  <p:embeddedFontLst>
    <p:embeddedFont>
      <p:font typeface="Liter" panose="020B0604020202020204" charset="0"/>
      <p:regular r:id="rId30"/>
    </p:embeddedFont>
    <p:embeddedFont>
      <p:font typeface="Quattrocento Sans" panose="020B0604020202020204" charset="0"/>
      <p:regular r:id="rId31"/>
    </p:embeddedFont>
    <p:embeddedFont>
      <p:font typeface="Calibri" panose="020F0502020204030204" pitchFamily="34" charset="0"/>
      <p:regular r:id="rId32"/>
      <p:bold r:id="rId33"/>
      <p:italic r:id="rId34"/>
      <p:bold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45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819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udbol2uio32n6/mnt/agents/output/week8_tilemaps/images/5_Fantazmo_Du_an_Perunovi_Side_scroll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A1D29">
                  <a:alpha val="90000"/>
                </a:srgbClr>
              </a:gs>
              <a:gs pos="50000">
                <a:srgbClr val="1A1D29">
                  <a:alpha val="80000"/>
                </a:srgbClr>
              </a:gs>
              <a:gs pos="100000">
                <a:srgbClr val="1A1D29">
                  <a:alpha val="7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3302000"/>
            <a:ext cx="2540000" cy="38100"/>
          </a:xfrm>
          <a:prstGeom prst="rect">
            <a:avLst/>
          </a:prstGeom>
          <a:solidFill>
            <a:srgbClr val="00E5C7"/>
          </a:solidFill>
          <a:ln/>
        </p:spPr>
      </p:sp>
      <p:sp>
        <p:nvSpPr>
          <p:cNvPr id="5" name="Text 2"/>
          <p:cNvSpPr/>
          <p:nvPr/>
        </p:nvSpPr>
        <p:spPr>
          <a:xfrm>
            <a:off x="4318000" y="3556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kern="0" spc="40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</a:t>
            </a:r>
            <a:r>
              <a:rPr lang="en-US" sz="1400" kern="0" spc="400" smtClean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9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778000" y="40640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kern="0" spc="3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TILEMAPS, PLAYER SETUP</a:t>
            </a:r>
            <a:endParaRPr lang="en-US" sz="4000" dirty="0"/>
          </a:p>
          <a:p>
            <a:pPr algn="ctr">
              <a:lnSpc>
                <a:spcPct val="120000"/>
              </a:lnSpc>
            </a:pPr>
            <a:r>
              <a:rPr lang="en-US" sz="4000" kern="0" spc="3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LEVEL DESIGN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0" y="5842000"/>
            <a:ext cx="2540000" cy="38100"/>
          </a:xfrm>
          <a:prstGeom prst="rect">
            <a:avLst/>
          </a:prstGeom>
          <a:solidFill>
            <a:srgbClr val="00E5C7"/>
          </a:solidFill>
          <a:ln/>
        </p:spPr>
      </p:sp>
      <p:sp>
        <p:nvSpPr>
          <p:cNvPr id="8" name="Text 5"/>
          <p:cNvSpPr/>
          <p:nvPr/>
        </p:nvSpPr>
        <p:spPr>
          <a:xfrm>
            <a:off x="3048000" y="6096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Game Development Course — Building Worlds with Unity 2D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gradFill flip="none" rotWithShape="1">
            <a:gsLst>
              <a:gs pos="0">
                <a:srgbClr val="7C5CFF"/>
              </a:gs>
              <a:gs pos="100000">
                <a:srgbClr val="00E5C7"/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kern="0" spc="4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OVERVIEW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10795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 Will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841500"/>
            <a:ext cx="1016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413000"/>
            <a:ext cx="7112000" cy="5842000"/>
          </a:xfrm>
          <a:prstGeom prst="roundRect">
            <a:avLst>
              <a:gd name="adj" fmla="val 8000"/>
            </a:avLst>
          </a:prstGeom>
          <a:solidFill>
            <a:srgbClr val="252A3A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794000"/>
            <a:ext cx="152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7C5C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8100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15 — Tilemaps &amp; Tiles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143000" y="4445000"/>
            <a:ext cx="6350000" cy="12700"/>
          </a:xfrm>
          <a:prstGeom prst="rect">
            <a:avLst/>
          </a:prstGeom>
          <a:solidFill>
            <a:srgbClr val="8A91A8">
              <a:alpha val="25098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699000"/>
            <a:ext cx="6350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What are Tilemaps?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Tilemap System Architecture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Tile Palette &amp; Painting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Working with Tiles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Rule Tiles — Smart Tiling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Animated Tiles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82000" y="2413000"/>
            <a:ext cx="7112000" cy="5842000"/>
          </a:xfrm>
          <a:prstGeom prst="roundRect">
            <a:avLst>
              <a:gd name="adj" fmla="val 8000"/>
            </a:avLst>
          </a:prstGeom>
          <a:solidFill>
            <a:srgbClr val="252A3A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0" y="2794000"/>
            <a:ext cx="152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00E5C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63000" y="38100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16 — Player &amp; Level Setup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8763000" y="4445000"/>
            <a:ext cx="6350000" cy="12700"/>
          </a:xfrm>
          <a:prstGeom prst="rect">
            <a:avLst/>
          </a:prstGeom>
          <a:solidFill>
            <a:srgbClr val="8A91A8">
              <a:alpha val="25098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0" y="4699000"/>
            <a:ext cx="6350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Combining Rules &amp; Animation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Player Physics (Rigidbody2D)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Input System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Canvases &amp; UI Components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Level Setup &amp; Design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gradFill flip="none" rotWithShape="1">
            <a:gsLst>
              <a:gs pos="0">
                <a:srgbClr val="7C5CFF"/>
              </a:gs>
              <a:gs pos="100000">
                <a:srgbClr val="00E5C7"/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udbol2uio32n6/mnt/agents/output/week8_tilemaps/images/10_Fantastic_Pixel_Art_Platformer_Tilemap.png"/>
          <p:cNvPicPr>
            <a:picLocks noChangeAspect="1"/>
          </p:cNvPicPr>
          <p:nvPr/>
        </p:nvPicPr>
        <p:blipFill>
          <a:blip r:embed="rId3"/>
          <a:srcRect l="3333" r="3333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A1D29">
                  <a:alpha val="95000"/>
                </a:srgbClr>
              </a:gs>
              <a:gs pos="55000">
                <a:srgbClr val="1A1D29">
                  <a:alpha val="90000"/>
                </a:srgbClr>
              </a:gs>
              <a:gs pos="100000">
                <a:srgbClr val="1A1D29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00E5C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619500"/>
            <a:ext cx="1016000" cy="508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8735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800" kern="0" spc="3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15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62000" y="47625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8A91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Tilemaps, Tile Palette, Rule Tiles &amp; Animated Tiles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62000" y="5588000"/>
            <a:ext cx="1016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Introduction to Tilemaps </a:t>
            </a: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Tile Palette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Rule Tiles </a:t>
            </a: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Animated Tiles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gradFill flip="none" rotWithShape="1">
            <a:gsLst>
              <a:gs pos="0">
                <a:srgbClr val="7C5CFF"/>
              </a:gs>
              <a:gs pos="100000">
                <a:srgbClr val="00E5C7"/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Are Tilemaps?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pic>
        <p:nvPicPr>
          <p:cNvPr id="5" name="Image 0" descr="https://kimi-img.moonshot.cn/pub/slides/okc/udbol2uio32n6/mnt/agents/output/week8_tilemaps/images/3_How_to_create_art_and_gameplay_with.png"/>
          <p:cNvPicPr>
            <a:picLocks noChangeAspect="1"/>
          </p:cNvPicPr>
          <p:nvPr/>
        </p:nvPicPr>
        <p:blipFill>
          <a:blip r:embed="rId3"/>
          <a:srcRect l="4637" r="4637"/>
          <a:stretch/>
        </p:blipFill>
        <p:spPr>
          <a:xfrm>
            <a:off x="762000" y="1714500"/>
            <a:ext cx="6350000" cy="3937000"/>
          </a:xfrm>
          <a:prstGeom prst="roundRect">
            <a:avLst>
              <a:gd name="adj" fmla="val 8000"/>
            </a:avLst>
          </a:prstGeom>
        </p:spPr>
      </p:pic>
      <p:sp>
        <p:nvSpPr>
          <p:cNvPr id="6" name="Text 3"/>
          <p:cNvSpPr/>
          <p:nvPr/>
        </p:nvSpPr>
        <p:spPr>
          <a:xfrm>
            <a:off x="7493000" y="1714500"/>
            <a:ext cx="800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Tilemaps are a </a:t>
            </a:r>
            <a:r>
              <a:rPr lang="en-US" sz="18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2D level design system</a:t>
            </a: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Unity that lets you build game worlds by placing tiles on a grid — an efficient, visual way to construct levels.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493000" y="3175000"/>
            <a:ext cx="3810000" cy="1143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8" name="Shape 5"/>
          <p:cNvSpPr/>
          <p:nvPr/>
        </p:nvSpPr>
        <p:spPr>
          <a:xfrm>
            <a:off x="7721600" y="349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/>
            </a:pathLst>
          </a:custGeom>
          <a:solidFill>
            <a:srgbClr val="7C5CFF"/>
          </a:solidFill>
          <a:ln/>
        </p:spPr>
      </p:sp>
      <p:sp>
        <p:nvSpPr>
          <p:cNvPr id="9" name="Text 6"/>
          <p:cNvSpPr/>
          <p:nvPr/>
        </p:nvSpPr>
        <p:spPr>
          <a:xfrm>
            <a:off x="8204200" y="33655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Grid-based</a:t>
            </a:r>
            <a:r>
              <a:rPr lang="en-US" sz="1600" dirty="0">
                <a:solidFill>
                  <a:srgbClr val="1E21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placement for precision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557000" y="3175000"/>
            <a:ext cx="3937000" cy="1143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1" name="Shape 8"/>
          <p:cNvSpPr/>
          <p:nvPr/>
        </p:nvSpPr>
        <p:spPr>
          <a:xfrm>
            <a:off x="11807825" y="3492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12" name="Text 9"/>
          <p:cNvSpPr/>
          <p:nvPr/>
        </p:nvSpPr>
        <p:spPr>
          <a:xfrm>
            <a:off x="12268200" y="33655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Auto-batching</a:t>
            </a:r>
            <a:r>
              <a:rPr lang="en-US" sz="1600" dirty="0">
                <a:solidFill>
                  <a:srgbClr val="1E21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performance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493000" y="4508500"/>
            <a:ext cx="3810000" cy="1143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4" name="Shape 11"/>
          <p:cNvSpPr/>
          <p:nvPr/>
        </p:nvSpPr>
        <p:spPr>
          <a:xfrm>
            <a:off x="7721600" y="482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1479" y="3612"/>
                </a:moveTo>
                <a:cubicBezTo>
                  <a:pt x="171827" y="-1181"/>
                  <a:pt x="183773" y="-1181"/>
                  <a:pt x="194121" y="3612"/>
                </a:cubicBezTo>
                <a:lnTo>
                  <a:pt x="345946" y="73759"/>
                </a:lnTo>
                <a:cubicBezTo>
                  <a:pt x="351850" y="76468"/>
                  <a:pt x="355600" y="82371"/>
                  <a:pt x="355600" y="88900"/>
                </a:cubicBezTo>
                <a:cubicBezTo>
                  <a:pt x="355600" y="95429"/>
                  <a:pt x="351850" y="101332"/>
                  <a:pt x="345946" y="104041"/>
                </a:cubicBezTo>
                <a:lnTo>
                  <a:pt x="194121" y="174188"/>
                </a:lnTo>
                <a:cubicBezTo>
                  <a:pt x="183773" y="178981"/>
                  <a:pt x="171827" y="178981"/>
                  <a:pt x="161479" y="174188"/>
                </a:cubicBezTo>
                <a:lnTo>
                  <a:pt x="9654" y="104041"/>
                </a:lnTo>
                <a:cubicBezTo>
                  <a:pt x="3750" y="101263"/>
                  <a:pt x="0" y="95359"/>
                  <a:pt x="0" y="88900"/>
                </a:cubicBezTo>
                <a:cubicBezTo>
                  <a:pt x="0" y="82441"/>
                  <a:pt x="3750" y="76468"/>
                  <a:pt x="9654" y="73759"/>
                </a:cubicBezTo>
                <a:lnTo>
                  <a:pt x="161479" y="3612"/>
                </a:lnTo>
                <a:close/>
                <a:moveTo>
                  <a:pt x="33407" y="151686"/>
                </a:moveTo>
                <a:lnTo>
                  <a:pt x="147518" y="204401"/>
                </a:lnTo>
                <a:cubicBezTo>
                  <a:pt x="166757" y="213291"/>
                  <a:pt x="188913" y="213291"/>
                  <a:pt x="208151" y="204401"/>
                </a:cubicBezTo>
                <a:lnTo>
                  <a:pt x="322263" y="151686"/>
                </a:lnTo>
                <a:lnTo>
                  <a:pt x="345946" y="162659"/>
                </a:lnTo>
                <a:cubicBezTo>
                  <a:pt x="351850" y="165368"/>
                  <a:pt x="355600" y="171271"/>
                  <a:pt x="355600" y="177800"/>
                </a:cubicBezTo>
                <a:cubicBezTo>
                  <a:pt x="355600" y="184329"/>
                  <a:pt x="351850" y="190232"/>
                  <a:pt x="345946" y="192941"/>
                </a:cubicBezTo>
                <a:lnTo>
                  <a:pt x="194121" y="263088"/>
                </a:lnTo>
                <a:cubicBezTo>
                  <a:pt x="183773" y="267881"/>
                  <a:pt x="171827" y="267881"/>
                  <a:pt x="161479" y="263088"/>
                </a:cubicBezTo>
                <a:lnTo>
                  <a:pt x="9654" y="192941"/>
                </a:lnTo>
                <a:cubicBezTo>
                  <a:pt x="3750" y="190163"/>
                  <a:pt x="0" y="184259"/>
                  <a:pt x="0" y="177800"/>
                </a:cubicBezTo>
                <a:cubicBezTo>
                  <a:pt x="0" y="171341"/>
                  <a:pt x="3750" y="165368"/>
                  <a:pt x="9654" y="162659"/>
                </a:cubicBezTo>
                <a:lnTo>
                  <a:pt x="33337" y="151686"/>
                </a:lnTo>
                <a:close/>
                <a:moveTo>
                  <a:pt x="9654" y="251559"/>
                </a:moveTo>
                <a:lnTo>
                  <a:pt x="33337" y="240586"/>
                </a:lnTo>
                <a:lnTo>
                  <a:pt x="147449" y="293301"/>
                </a:lnTo>
                <a:cubicBezTo>
                  <a:pt x="166688" y="302191"/>
                  <a:pt x="188843" y="302191"/>
                  <a:pt x="208082" y="293301"/>
                </a:cubicBezTo>
                <a:lnTo>
                  <a:pt x="322193" y="240586"/>
                </a:lnTo>
                <a:lnTo>
                  <a:pt x="345877" y="251559"/>
                </a:lnTo>
                <a:cubicBezTo>
                  <a:pt x="351780" y="254268"/>
                  <a:pt x="355531" y="260171"/>
                  <a:pt x="355531" y="266700"/>
                </a:cubicBezTo>
                <a:cubicBezTo>
                  <a:pt x="355531" y="273229"/>
                  <a:pt x="351780" y="279132"/>
                  <a:pt x="345877" y="281841"/>
                </a:cubicBezTo>
                <a:lnTo>
                  <a:pt x="194052" y="351988"/>
                </a:lnTo>
                <a:cubicBezTo>
                  <a:pt x="183704" y="356781"/>
                  <a:pt x="171758" y="356781"/>
                  <a:pt x="161409" y="351988"/>
                </a:cubicBezTo>
                <a:lnTo>
                  <a:pt x="9654" y="281841"/>
                </a:lnTo>
                <a:cubicBezTo>
                  <a:pt x="3750" y="279063"/>
                  <a:pt x="0" y="273159"/>
                  <a:pt x="0" y="266700"/>
                </a:cubicBezTo>
                <a:cubicBezTo>
                  <a:pt x="0" y="260241"/>
                  <a:pt x="3750" y="254268"/>
                  <a:pt x="9654" y="251559"/>
                </a:cubicBez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15" name="Text 12"/>
          <p:cNvSpPr/>
          <p:nvPr/>
        </p:nvSpPr>
        <p:spPr>
          <a:xfrm>
            <a:off x="8204200" y="46990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Layering</a:t>
            </a:r>
            <a:r>
              <a:rPr lang="en-US" sz="1600" dirty="0">
                <a:solidFill>
                  <a:srgbClr val="1E21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complex scenes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1557000" y="4508500"/>
            <a:ext cx="3937000" cy="1143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7" name="Shape 14"/>
          <p:cNvSpPr/>
          <p:nvPr/>
        </p:nvSpPr>
        <p:spPr>
          <a:xfrm>
            <a:off x="11763375" y="4826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50587" y="833"/>
                </a:moveTo>
                <a:cubicBezTo>
                  <a:pt x="238780" y="-2570"/>
                  <a:pt x="226487" y="4306"/>
                  <a:pt x="223083" y="16113"/>
                </a:cubicBezTo>
                <a:lnTo>
                  <a:pt x="134183" y="327263"/>
                </a:lnTo>
                <a:cubicBezTo>
                  <a:pt x="130780" y="339070"/>
                  <a:pt x="137656" y="351363"/>
                  <a:pt x="149463" y="354767"/>
                </a:cubicBezTo>
                <a:cubicBezTo>
                  <a:pt x="161270" y="358170"/>
                  <a:pt x="173563" y="351294"/>
                  <a:pt x="176967" y="339487"/>
                </a:cubicBezTo>
                <a:lnTo>
                  <a:pt x="265867" y="28337"/>
                </a:lnTo>
                <a:cubicBezTo>
                  <a:pt x="269270" y="16530"/>
                  <a:pt x="262394" y="4237"/>
                  <a:pt x="250587" y="833"/>
                </a:cubicBezTo>
                <a:close/>
                <a:moveTo>
                  <a:pt x="295454" y="95359"/>
                </a:moveTo>
                <a:cubicBezTo>
                  <a:pt x="286772" y="104041"/>
                  <a:pt x="286772" y="118140"/>
                  <a:pt x="295454" y="126821"/>
                </a:cubicBezTo>
                <a:lnTo>
                  <a:pt x="346432" y="177800"/>
                </a:lnTo>
                <a:lnTo>
                  <a:pt x="295454" y="228779"/>
                </a:lnTo>
                <a:cubicBezTo>
                  <a:pt x="286772" y="237460"/>
                  <a:pt x="286772" y="251559"/>
                  <a:pt x="295454" y="260241"/>
                </a:cubicBezTo>
                <a:cubicBezTo>
                  <a:pt x="304135" y="268922"/>
                  <a:pt x="318234" y="268922"/>
                  <a:pt x="326916" y="260241"/>
                </a:cubicBezTo>
                <a:lnTo>
                  <a:pt x="393591" y="193566"/>
                </a:lnTo>
                <a:cubicBezTo>
                  <a:pt x="402273" y="184884"/>
                  <a:pt x="402273" y="170785"/>
                  <a:pt x="393591" y="162104"/>
                </a:cubicBezTo>
                <a:lnTo>
                  <a:pt x="326916" y="95429"/>
                </a:lnTo>
                <a:cubicBezTo>
                  <a:pt x="318234" y="86747"/>
                  <a:pt x="304135" y="86747"/>
                  <a:pt x="295454" y="95429"/>
                </a:cubicBezTo>
                <a:close/>
                <a:moveTo>
                  <a:pt x="104666" y="95359"/>
                </a:moveTo>
                <a:cubicBezTo>
                  <a:pt x="95984" y="86678"/>
                  <a:pt x="81885" y="86678"/>
                  <a:pt x="73204" y="95359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73204" y="260171"/>
                </a:lnTo>
                <a:cubicBezTo>
                  <a:pt x="81885" y="268853"/>
                  <a:pt x="95984" y="268853"/>
                  <a:pt x="104666" y="260171"/>
                </a:cubicBezTo>
                <a:cubicBezTo>
                  <a:pt x="113348" y="251490"/>
                  <a:pt x="113348" y="237391"/>
                  <a:pt x="104666" y="228709"/>
                </a:cubicBezTo>
                <a:lnTo>
                  <a:pt x="53687" y="177800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18" name="Text 15"/>
          <p:cNvSpPr/>
          <p:nvPr/>
        </p:nvSpPr>
        <p:spPr>
          <a:xfrm>
            <a:off x="12268200" y="46990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2D Physics</a:t>
            </a:r>
            <a:r>
              <a:rPr lang="en-US" sz="1600" dirty="0">
                <a:solidFill>
                  <a:srgbClr val="1E21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integration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62000" y="6032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252A3A"/>
          </a:solidFill>
          <a:ln/>
        </p:spPr>
      </p:sp>
      <p:sp>
        <p:nvSpPr>
          <p:cNvPr id="20" name="Shape 17"/>
          <p:cNvSpPr/>
          <p:nvPr/>
        </p:nvSpPr>
        <p:spPr>
          <a:xfrm>
            <a:off x="1022350" y="63119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400050" y="57150"/>
                </a:moveTo>
                <a:cubicBezTo>
                  <a:pt x="494705" y="57150"/>
                  <a:pt x="571500" y="133945"/>
                  <a:pt x="571500" y="228600"/>
                </a:cubicBezTo>
                <a:cubicBezTo>
                  <a:pt x="571500" y="323255"/>
                  <a:pt x="494705" y="400050"/>
                  <a:pt x="400050" y="400050"/>
                </a:cubicBezTo>
                <a:lnTo>
                  <a:pt x="171450" y="400050"/>
                </a:lnTo>
                <a:cubicBezTo>
                  <a:pt x="76795" y="400050"/>
                  <a:pt x="0" y="323255"/>
                  <a:pt x="0" y="228600"/>
                </a:cubicBezTo>
                <a:cubicBezTo>
                  <a:pt x="0" y="133945"/>
                  <a:pt x="76795" y="57150"/>
                  <a:pt x="171450" y="57150"/>
                </a:cubicBezTo>
                <a:lnTo>
                  <a:pt x="400050" y="57150"/>
                </a:lnTo>
                <a:close/>
                <a:moveTo>
                  <a:pt x="171450" y="157163"/>
                </a:moveTo>
                <a:cubicBezTo>
                  <a:pt x="159574" y="157163"/>
                  <a:pt x="150019" y="166717"/>
                  <a:pt x="150019" y="178594"/>
                </a:cubicBezTo>
                <a:lnTo>
                  <a:pt x="150019" y="207169"/>
                </a:lnTo>
                <a:lnTo>
                  <a:pt x="121444" y="207169"/>
                </a:lnTo>
                <a:cubicBezTo>
                  <a:pt x="109567" y="207169"/>
                  <a:pt x="100013" y="216724"/>
                  <a:pt x="100013" y="228600"/>
                </a:cubicBezTo>
                <a:cubicBezTo>
                  <a:pt x="100013" y="240476"/>
                  <a:pt x="109567" y="250031"/>
                  <a:pt x="121444" y="250031"/>
                </a:cubicBezTo>
                <a:lnTo>
                  <a:pt x="150019" y="250031"/>
                </a:lnTo>
                <a:lnTo>
                  <a:pt x="150019" y="278606"/>
                </a:lnTo>
                <a:cubicBezTo>
                  <a:pt x="150019" y="290483"/>
                  <a:pt x="159574" y="300038"/>
                  <a:pt x="171450" y="300038"/>
                </a:cubicBezTo>
                <a:cubicBezTo>
                  <a:pt x="183326" y="300038"/>
                  <a:pt x="192881" y="290483"/>
                  <a:pt x="192881" y="278606"/>
                </a:cubicBezTo>
                <a:lnTo>
                  <a:pt x="192881" y="250031"/>
                </a:lnTo>
                <a:lnTo>
                  <a:pt x="221456" y="250031"/>
                </a:lnTo>
                <a:cubicBezTo>
                  <a:pt x="233333" y="250031"/>
                  <a:pt x="242888" y="240476"/>
                  <a:pt x="242888" y="228600"/>
                </a:cubicBezTo>
                <a:cubicBezTo>
                  <a:pt x="242888" y="216724"/>
                  <a:pt x="233333" y="207169"/>
                  <a:pt x="221456" y="207169"/>
                </a:cubicBezTo>
                <a:lnTo>
                  <a:pt x="192881" y="207169"/>
                </a:lnTo>
                <a:lnTo>
                  <a:pt x="192881" y="178594"/>
                </a:lnTo>
                <a:cubicBezTo>
                  <a:pt x="192881" y="166717"/>
                  <a:pt x="183326" y="157163"/>
                  <a:pt x="171450" y="157163"/>
                </a:cubicBezTo>
                <a:close/>
                <a:moveTo>
                  <a:pt x="385763" y="242888"/>
                </a:moveTo>
                <a:cubicBezTo>
                  <a:pt x="369992" y="242888"/>
                  <a:pt x="357188" y="255692"/>
                  <a:pt x="357188" y="271463"/>
                </a:cubicBezTo>
                <a:cubicBezTo>
                  <a:pt x="357188" y="287233"/>
                  <a:pt x="369992" y="300038"/>
                  <a:pt x="385763" y="300038"/>
                </a:cubicBezTo>
                <a:cubicBezTo>
                  <a:pt x="401533" y="300038"/>
                  <a:pt x="414338" y="287233"/>
                  <a:pt x="414338" y="271463"/>
                </a:cubicBezTo>
                <a:cubicBezTo>
                  <a:pt x="414338" y="255692"/>
                  <a:pt x="401533" y="242888"/>
                  <a:pt x="385763" y="242888"/>
                </a:cubicBezTo>
                <a:close/>
                <a:moveTo>
                  <a:pt x="442913" y="157163"/>
                </a:moveTo>
                <a:cubicBezTo>
                  <a:pt x="427142" y="157163"/>
                  <a:pt x="414338" y="169967"/>
                  <a:pt x="414338" y="185738"/>
                </a:cubicBezTo>
                <a:cubicBezTo>
                  <a:pt x="414338" y="201508"/>
                  <a:pt x="427142" y="214313"/>
                  <a:pt x="442913" y="214313"/>
                </a:cubicBezTo>
                <a:cubicBezTo>
                  <a:pt x="458683" y="214313"/>
                  <a:pt x="471488" y="201508"/>
                  <a:pt x="471488" y="185738"/>
                </a:cubicBezTo>
                <a:cubicBezTo>
                  <a:pt x="471488" y="169967"/>
                  <a:pt x="458683" y="157163"/>
                  <a:pt x="442913" y="157163"/>
                </a:cubicBezTo>
                <a:close/>
              </a:path>
            </a:pathLst>
          </a:custGeom>
          <a:solidFill>
            <a:srgbClr val="00E5C7"/>
          </a:solidFill>
          <a:ln/>
        </p:spPr>
      </p:sp>
      <p:sp>
        <p:nvSpPr>
          <p:cNvPr id="21" name="Text 18"/>
          <p:cNvSpPr/>
          <p:nvPr/>
        </p:nvSpPr>
        <p:spPr>
          <a:xfrm>
            <a:off x="1778000" y="6223000"/>
            <a:ext cx="133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Tilemaps are the foundation of most 2D games — from </a:t>
            </a:r>
            <a:r>
              <a:rPr lang="en-US" sz="18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platformers</a:t>
            </a:r>
            <a:r>
              <a:rPr lang="en-US" sz="18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</a:t>
            </a:r>
            <a:r>
              <a:rPr lang="en-US" sz="18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RPGs</a:t>
            </a:r>
            <a:r>
              <a:rPr lang="en-US" sz="18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</a:t>
            </a:r>
            <a:r>
              <a:rPr lang="en-US" sz="18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strategy games</a:t>
            </a:r>
            <a:r>
              <a:rPr lang="en-US" sz="18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3" name="Text 20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Tilemap 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1143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Five interconnected components work together to render and manage your 2D levels.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159000"/>
            <a:ext cx="4572000" cy="2794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7" name="Shape 5"/>
          <p:cNvSpPr/>
          <p:nvPr/>
        </p:nvSpPr>
        <p:spPr>
          <a:xfrm>
            <a:off x="1108075" y="2476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42900" y="85725"/>
                </a:moveTo>
                <a:lnTo>
                  <a:pt x="342900" y="200025"/>
                </a:lnTo>
                <a:lnTo>
                  <a:pt x="228600" y="200025"/>
                </a:lnTo>
                <a:lnTo>
                  <a:pt x="228600" y="85725"/>
                </a:lnTo>
                <a:lnTo>
                  <a:pt x="342900" y="85725"/>
                </a:lnTo>
                <a:close/>
                <a:moveTo>
                  <a:pt x="342900" y="257175"/>
                </a:moveTo>
                <a:lnTo>
                  <a:pt x="342900" y="371475"/>
                </a:lnTo>
                <a:lnTo>
                  <a:pt x="228600" y="371475"/>
                </a:lnTo>
                <a:lnTo>
                  <a:pt x="228600" y="257175"/>
                </a:lnTo>
                <a:lnTo>
                  <a:pt x="342900" y="257175"/>
                </a:lnTo>
                <a:close/>
                <a:moveTo>
                  <a:pt x="171450" y="200025"/>
                </a:moveTo>
                <a:lnTo>
                  <a:pt x="57150" y="200025"/>
                </a:lnTo>
                <a:lnTo>
                  <a:pt x="57150" y="85725"/>
                </a:lnTo>
                <a:lnTo>
                  <a:pt x="171450" y="85725"/>
                </a:lnTo>
                <a:lnTo>
                  <a:pt x="171450" y="200025"/>
                </a:lnTo>
                <a:close/>
                <a:moveTo>
                  <a:pt x="57150" y="257175"/>
                </a:moveTo>
                <a:lnTo>
                  <a:pt x="171450" y="257175"/>
                </a:lnTo>
                <a:lnTo>
                  <a:pt x="171450" y="371475"/>
                </a:lnTo>
                <a:lnTo>
                  <a:pt x="57150" y="371475"/>
                </a:lnTo>
                <a:lnTo>
                  <a:pt x="57150" y="257175"/>
                </a:lnTo>
                <a:close/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342900" y="428625"/>
                </a:lnTo>
                <a:cubicBezTo>
                  <a:pt x="374422" y="428625"/>
                  <a:pt x="400050" y="402997"/>
                  <a:pt x="400050" y="371475"/>
                </a:cubicBezTo>
                <a:lnTo>
                  <a:pt x="400050" y="85725"/>
                </a:lnTo>
                <a:cubicBezTo>
                  <a:pt x="400050" y="54203"/>
                  <a:pt x="374422" y="28575"/>
                  <a:pt x="342900" y="28575"/>
                </a:cubicBezTo>
                <a:lnTo>
                  <a:pt x="57150" y="28575"/>
                </a:ln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8" name="Text 6"/>
          <p:cNvSpPr/>
          <p:nvPr/>
        </p:nvSpPr>
        <p:spPr>
          <a:xfrm>
            <a:off x="1714500" y="24765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Grid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3111500"/>
            <a:ext cx="393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parent container defining the coordinate system — supports </a:t>
            </a: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rectangular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isometric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or </a:t>
            </a: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hexagonal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layouts.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715000" y="2159000"/>
            <a:ext cx="4572000" cy="2794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1" name="Shape 9"/>
          <p:cNvSpPr/>
          <p:nvPr/>
        </p:nvSpPr>
        <p:spPr>
          <a:xfrm>
            <a:off x="6032500" y="247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42863"/>
                </a:moveTo>
                <a:cubicBezTo>
                  <a:pt x="457200" y="32951"/>
                  <a:pt x="452110" y="23753"/>
                  <a:pt x="443627" y="18574"/>
                </a:cubicBezTo>
                <a:cubicBezTo>
                  <a:pt x="435144" y="13395"/>
                  <a:pt x="424696" y="12859"/>
                  <a:pt x="415856" y="17324"/>
                </a:cubicBezTo>
                <a:lnTo>
                  <a:pt x="312093" y="69205"/>
                </a:lnTo>
                <a:lnTo>
                  <a:pt x="151894" y="15716"/>
                </a:lnTo>
                <a:cubicBezTo>
                  <a:pt x="144661" y="13305"/>
                  <a:pt x="136892" y="13841"/>
                  <a:pt x="130106" y="17234"/>
                </a:cubicBezTo>
                <a:lnTo>
                  <a:pt x="15806" y="74384"/>
                </a:lnTo>
                <a:cubicBezTo>
                  <a:pt x="6072" y="79296"/>
                  <a:pt x="0" y="89208"/>
                  <a:pt x="0" y="100013"/>
                </a:cubicBezTo>
                <a:lnTo>
                  <a:pt x="0" y="414338"/>
                </a:lnTo>
                <a:cubicBezTo>
                  <a:pt x="0" y="424249"/>
                  <a:pt x="5090" y="433447"/>
                  <a:pt x="13573" y="438626"/>
                </a:cubicBezTo>
                <a:cubicBezTo>
                  <a:pt x="22056" y="443805"/>
                  <a:pt x="32504" y="444341"/>
                  <a:pt x="41344" y="439876"/>
                </a:cubicBezTo>
                <a:lnTo>
                  <a:pt x="145018" y="387995"/>
                </a:lnTo>
                <a:lnTo>
                  <a:pt x="305217" y="441394"/>
                </a:lnTo>
                <a:cubicBezTo>
                  <a:pt x="312450" y="443805"/>
                  <a:pt x="320219" y="443270"/>
                  <a:pt x="327005" y="439876"/>
                </a:cubicBezTo>
                <a:lnTo>
                  <a:pt x="441305" y="382726"/>
                </a:lnTo>
                <a:cubicBezTo>
                  <a:pt x="450949" y="377904"/>
                  <a:pt x="457111" y="367992"/>
                  <a:pt x="457111" y="357187"/>
                </a:cubicBezTo>
                <a:lnTo>
                  <a:pt x="457111" y="42862"/>
                </a:lnTo>
                <a:close/>
                <a:moveTo>
                  <a:pt x="171450" y="336560"/>
                </a:moveTo>
                <a:lnTo>
                  <a:pt x="171450" y="82510"/>
                </a:lnTo>
                <a:lnTo>
                  <a:pt x="285750" y="120640"/>
                </a:lnTo>
                <a:lnTo>
                  <a:pt x="285750" y="374690"/>
                </a:lnTo>
                <a:lnTo>
                  <a:pt x="171450" y="336560"/>
                </a:ln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12" name="Text 10"/>
          <p:cNvSpPr/>
          <p:nvPr/>
        </p:nvSpPr>
        <p:spPr>
          <a:xfrm>
            <a:off x="6667500" y="24765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Tilemap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0" y="3111500"/>
            <a:ext cx="393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layer that holds and renders tiles. Multiple Tilemaps can exist under one Grid for parallax and depth.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668000" y="2159000"/>
            <a:ext cx="4826000" cy="2794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14075" y="2476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342900" y="428625"/>
                </a:lnTo>
                <a:cubicBezTo>
                  <a:pt x="374422" y="428625"/>
                  <a:pt x="400050" y="402997"/>
                  <a:pt x="400050" y="371475"/>
                </a:cubicBezTo>
                <a:lnTo>
                  <a:pt x="400050" y="85725"/>
                </a:lnTo>
                <a:cubicBezTo>
                  <a:pt x="400050" y="54203"/>
                  <a:pt x="374422" y="28575"/>
                  <a:pt x="342900" y="28575"/>
                </a:cubicBezTo>
                <a:lnTo>
                  <a:pt x="57150" y="28575"/>
                </a:lnTo>
                <a:close/>
                <a:moveTo>
                  <a:pt x="114300" y="100013"/>
                </a:moveTo>
                <a:cubicBezTo>
                  <a:pt x="137956" y="100013"/>
                  <a:pt x="157163" y="119219"/>
                  <a:pt x="157163" y="142875"/>
                </a:cubicBezTo>
                <a:cubicBezTo>
                  <a:pt x="157163" y="166531"/>
                  <a:pt x="137956" y="185738"/>
                  <a:pt x="114300" y="185738"/>
                </a:cubicBezTo>
                <a:cubicBezTo>
                  <a:pt x="90644" y="185738"/>
                  <a:pt x="71438" y="166531"/>
                  <a:pt x="71438" y="142875"/>
                </a:cubicBezTo>
                <a:cubicBezTo>
                  <a:pt x="71438" y="119219"/>
                  <a:pt x="90644" y="100013"/>
                  <a:pt x="114300" y="100013"/>
                </a:cubicBezTo>
                <a:close/>
                <a:moveTo>
                  <a:pt x="242888" y="200025"/>
                </a:moveTo>
                <a:cubicBezTo>
                  <a:pt x="250388" y="200025"/>
                  <a:pt x="257264" y="203954"/>
                  <a:pt x="261193" y="210294"/>
                </a:cubicBezTo>
                <a:lnTo>
                  <a:pt x="339775" y="338882"/>
                </a:lnTo>
                <a:cubicBezTo>
                  <a:pt x="343793" y="345490"/>
                  <a:pt x="343972" y="353794"/>
                  <a:pt x="340221" y="360581"/>
                </a:cubicBezTo>
                <a:cubicBezTo>
                  <a:pt x="336471" y="367367"/>
                  <a:pt x="329238" y="371475"/>
                  <a:pt x="321469" y="371475"/>
                </a:cubicBezTo>
                <a:lnTo>
                  <a:pt x="78581" y="371475"/>
                </a:lnTo>
                <a:cubicBezTo>
                  <a:pt x="70634" y="371475"/>
                  <a:pt x="63222" y="367010"/>
                  <a:pt x="59561" y="359956"/>
                </a:cubicBezTo>
                <a:cubicBezTo>
                  <a:pt x="55900" y="352901"/>
                  <a:pt x="56436" y="344329"/>
                  <a:pt x="60990" y="337810"/>
                </a:cubicBezTo>
                <a:lnTo>
                  <a:pt x="110996" y="266373"/>
                </a:lnTo>
                <a:cubicBezTo>
                  <a:pt x="115014" y="260658"/>
                  <a:pt x="121533" y="257264"/>
                  <a:pt x="128588" y="257264"/>
                </a:cubicBezTo>
                <a:cubicBezTo>
                  <a:pt x="135642" y="257264"/>
                  <a:pt x="142161" y="260658"/>
                  <a:pt x="146179" y="266373"/>
                </a:cubicBezTo>
                <a:lnTo>
                  <a:pt x="169753" y="300127"/>
                </a:lnTo>
                <a:lnTo>
                  <a:pt x="224582" y="210383"/>
                </a:lnTo>
                <a:cubicBezTo>
                  <a:pt x="228511" y="204043"/>
                  <a:pt x="235387" y="200114"/>
                  <a:pt x="242888" y="200114"/>
                </a:cubicBez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16" name="Text 14"/>
          <p:cNvSpPr/>
          <p:nvPr/>
        </p:nvSpPr>
        <p:spPr>
          <a:xfrm>
            <a:off x="11620500" y="247650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Tile Asset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85500" y="31115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object containing sprite references, collision info, and custom behavior for each tile type.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238500" y="5270500"/>
            <a:ext cx="4572000" cy="2794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9" name="Shape 17"/>
          <p:cNvSpPr/>
          <p:nvPr/>
        </p:nvSpPr>
        <p:spPr>
          <a:xfrm>
            <a:off x="3556000" y="558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85725"/>
                </a:moveTo>
                <a:lnTo>
                  <a:pt x="400050" y="314325"/>
                </a:lnTo>
                <a:lnTo>
                  <a:pt x="57150" y="314325"/>
                </a:lnTo>
                <a:lnTo>
                  <a:pt x="57150" y="85725"/>
                </a:lnTo>
                <a:lnTo>
                  <a:pt x="400050" y="85725"/>
                </a:lnTo>
                <a:close/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14325"/>
                </a:lnTo>
                <a:cubicBezTo>
                  <a:pt x="0" y="345847"/>
                  <a:pt x="25628" y="371475"/>
                  <a:pt x="57150" y="371475"/>
                </a:cubicBezTo>
                <a:lnTo>
                  <a:pt x="185738" y="371475"/>
                </a:lnTo>
                <a:lnTo>
                  <a:pt x="171450" y="414338"/>
                </a:lnTo>
                <a:lnTo>
                  <a:pt x="107156" y="414338"/>
                </a:lnTo>
                <a:cubicBezTo>
                  <a:pt x="95280" y="414338"/>
                  <a:pt x="85725" y="423892"/>
                  <a:pt x="85725" y="435769"/>
                </a:cubicBezTo>
                <a:cubicBezTo>
                  <a:pt x="85725" y="447645"/>
                  <a:pt x="95280" y="457200"/>
                  <a:pt x="107156" y="457200"/>
                </a:cubicBezTo>
                <a:lnTo>
                  <a:pt x="350044" y="457200"/>
                </a:lnTo>
                <a:cubicBezTo>
                  <a:pt x="361920" y="457200"/>
                  <a:pt x="371475" y="447645"/>
                  <a:pt x="371475" y="435769"/>
                </a:cubicBezTo>
                <a:cubicBezTo>
                  <a:pt x="371475" y="423892"/>
                  <a:pt x="361920" y="414338"/>
                  <a:pt x="350044" y="414338"/>
                </a:cubicBezTo>
                <a:lnTo>
                  <a:pt x="285750" y="414338"/>
                </a:lnTo>
                <a:lnTo>
                  <a:pt x="271463" y="371475"/>
                </a:lnTo>
                <a:lnTo>
                  <a:pt x="400050" y="371475"/>
                </a:lnTo>
                <a:cubicBezTo>
                  <a:pt x="431572" y="371475"/>
                  <a:pt x="457200" y="345847"/>
                  <a:pt x="457200" y="314325"/>
                </a:cubicBezTo>
                <a:lnTo>
                  <a:pt x="457200" y="85725"/>
                </a:lnTo>
                <a:cubicBezTo>
                  <a:pt x="457200" y="54203"/>
                  <a:pt x="431572" y="28575"/>
                  <a:pt x="400050" y="28575"/>
                </a:cubicBezTo>
                <a:lnTo>
                  <a:pt x="57150" y="28575"/>
                </a:lnTo>
                <a:close/>
              </a:path>
            </a:pathLst>
          </a:custGeom>
          <a:solidFill>
            <a:srgbClr val="00E5C7"/>
          </a:solidFill>
          <a:ln/>
        </p:spPr>
      </p:sp>
      <p:sp>
        <p:nvSpPr>
          <p:cNvPr id="20" name="Text 18"/>
          <p:cNvSpPr/>
          <p:nvPr/>
        </p:nvSpPr>
        <p:spPr>
          <a:xfrm>
            <a:off x="4191000" y="55880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Tilemap Renderer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556000" y="6223000"/>
            <a:ext cx="393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Handles how tiles are drawn to the screen. Controls chunk size, sorting order, and material.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191500" y="5270500"/>
            <a:ext cx="4826000" cy="2794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23" name="Shape 21"/>
          <p:cNvSpPr/>
          <p:nvPr/>
        </p:nvSpPr>
        <p:spPr>
          <a:xfrm>
            <a:off x="8509000" y="558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/>
            </a:pathLst>
          </a:custGeom>
          <a:solidFill>
            <a:srgbClr val="00E5C7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0" y="558800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Tilemap Collider 2D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09000" y="62230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Generates collision shapes </a:t>
            </a: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automatically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from tile data. No manual collider placement needed.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7" name="Text 25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Tile Palette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711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r>
              <a:rPr lang="en-US" sz="18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Tile Palette</a:t>
            </a: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Unity's visual tool for painting tiles onto your Tilemap. It functions like an artist's palette — select tiles and paint them directly into the Scene view.</a:t>
            </a:r>
            <a:endParaRPr lang="en-US" sz="1800" dirty="0"/>
          </a:p>
        </p:txBody>
      </p:sp>
      <p:pic>
        <p:nvPicPr>
          <p:cNvPr id="6" name="Image 0" descr="https://kimi-img.moonshot.cn/pub/slides/okc/udbol2uio32n6/mnt/agents/output/week8_tilemaps/images/7_How_to_create_art_and_gameplay_with.png"/>
          <p:cNvPicPr>
            <a:picLocks noChangeAspect="1"/>
          </p:cNvPicPr>
          <p:nvPr/>
        </p:nvPicPr>
        <p:blipFill>
          <a:blip r:embed="rId3"/>
          <a:srcRect t="794" b="794"/>
          <a:stretch/>
        </p:blipFill>
        <p:spPr>
          <a:xfrm>
            <a:off x="8382000" y="1651000"/>
            <a:ext cx="7112000" cy="3937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762000" y="3683000"/>
            <a:ext cx="7112000" cy="1905000"/>
          </a:xfrm>
          <a:prstGeom prst="roundRect">
            <a:avLst>
              <a:gd name="adj" fmla="val 6000"/>
            </a:avLst>
          </a:prstGeom>
          <a:solidFill>
            <a:srgbClr val="252A3A"/>
          </a:solidFill>
          <a:ln/>
        </p:spPr>
      </p:sp>
      <p:sp>
        <p:nvSpPr>
          <p:cNvPr id="8" name="Text 5"/>
          <p:cNvSpPr/>
          <p:nvPr/>
        </p:nvSpPr>
        <p:spPr>
          <a:xfrm>
            <a:off x="1079500" y="3810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kern="0" spc="200" dirty="0">
                <a:solidFill>
                  <a:srgbClr val="00E5C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TOOLS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79500" y="4254500"/>
            <a:ext cx="647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Paint </a:t>
            </a: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Box Fill </a:t>
            </a: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Pick </a:t>
            </a: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Erase </a:t>
            </a: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Flood Fill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Organize tiles into categories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Drag-and-drop sprite sheets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62000" y="5905500"/>
            <a:ext cx="14732000" cy="762000"/>
          </a:xfrm>
          <a:prstGeom prst="roundRect">
            <a:avLst>
              <a:gd name="adj" fmla="val 6000"/>
            </a:avLst>
          </a:prstGeom>
          <a:solidFill>
            <a:srgbClr val="E8E9EF"/>
          </a:solidFill>
          <a:ln/>
        </p:spPr>
      </p:sp>
      <p:sp>
        <p:nvSpPr>
          <p:cNvPr id="11" name="Shape 8"/>
          <p:cNvSpPr/>
          <p:nvPr/>
        </p:nvSpPr>
        <p:spPr>
          <a:xfrm>
            <a:off x="1079500" y="6070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55575" y="111125"/>
                </a:moveTo>
                <a:cubicBezTo>
                  <a:pt x="155575" y="98859"/>
                  <a:pt x="165534" y="88900"/>
                  <a:pt x="177800" y="88900"/>
                </a:cubicBezTo>
                <a:cubicBezTo>
                  <a:pt x="190066" y="88900"/>
                  <a:pt x="200025" y="98859"/>
                  <a:pt x="200025" y="111125"/>
                </a:cubicBezTo>
                <a:cubicBezTo>
                  <a:pt x="200025" y="123391"/>
                  <a:pt x="190066" y="133350"/>
                  <a:pt x="177800" y="133350"/>
                </a:cubicBezTo>
                <a:cubicBezTo>
                  <a:pt x="165534" y="133350"/>
                  <a:pt x="155575" y="123391"/>
                  <a:pt x="155575" y="111125"/>
                </a:cubicBezTo>
                <a:close/>
                <a:moveTo>
                  <a:pt x="150019" y="155575"/>
                </a:moveTo>
                <a:lnTo>
                  <a:pt x="183356" y="155575"/>
                </a:lnTo>
                <a:cubicBezTo>
                  <a:pt x="192594" y="155575"/>
                  <a:pt x="200025" y="163006"/>
                  <a:pt x="200025" y="172244"/>
                </a:cubicBezTo>
                <a:lnTo>
                  <a:pt x="200025" y="233363"/>
                </a:lnTo>
                <a:lnTo>
                  <a:pt x="205581" y="233363"/>
                </a:lnTo>
                <a:cubicBezTo>
                  <a:pt x="214819" y="233363"/>
                  <a:pt x="222250" y="240794"/>
                  <a:pt x="222250" y="250031"/>
                </a:cubicBezTo>
                <a:cubicBezTo>
                  <a:pt x="222250" y="259269"/>
                  <a:pt x="214819" y="266700"/>
                  <a:pt x="205581" y="266700"/>
                </a:cubicBezTo>
                <a:lnTo>
                  <a:pt x="150019" y="266700"/>
                </a:lnTo>
                <a:cubicBezTo>
                  <a:pt x="140781" y="266700"/>
                  <a:pt x="133350" y="259269"/>
                  <a:pt x="133350" y="250031"/>
                </a:cubicBezTo>
                <a:cubicBezTo>
                  <a:pt x="133350" y="240794"/>
                  <a:pt x="140781" y="233363"/>
                  <a:pt x="150019" y="233363"/>
                </a:cubicBezTo>
                <a:lnTo>
                  <a:pt x="166688" y="233363"/>
                </a:lnTo>
                <a:lnTo>
                  <a:pt x="166688" y="188913"/>
                </a:lnTo>
                <a:lnTo>
                  <a:pt x="150019" y="188913"/>
                </a:lnTo>
                <a:cubicBezTo>
                  <a:pt x="140781" y="188913"/>
                  <a:pt x="133350" y="181481"/>
                  <a:pt x="133350" y="172244"/>
                </a:cubicBezTo>
                <a:cubicBezTo>
                  <a:pt x="133350" y="163006"/>
                  <a:pt x="140781" y="155575"/>
                  <a:pt x="150019" y="155575"/>
                </a:cubicBez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12" name="Text 9"/>
          <p:cNvSpPr/>
          <p:nvPr/>
        </p:nvSpPr>
        <p:spPr>
          <a:xfrm>
            <a:off x="1651000" y="5969000"/>
            <a:ext cx="1346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Access: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Window &gt; 2D &gt; Tile Palette | Support for multiple palettes per project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62000" y="6985000"/>
            <a:ext cx="14732000" cy="1143000"/>
          </a:xfrm>
          <a:prstGeom prst="roundRect">
            <a:avLst>
              <a:gd name="adj" fmla="val 6000"/>
            </a:avLst>
          </a:prstGeom>
          <a:solidFill>
            <a:srgbClr val="7C5CFF">
              <a:alpha val="8235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123950" y="7302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15" name="Text 12"/>
          <p:cNvSpPr/>
          <p:nvPr/>
        </p:nvSpPr>
        <p:spPr>
          <a:xfrm>
            <a:off x="1651000" y="7112000"/>
            <a:ext cx="1346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 Tip: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keyboard shortcuts to switch between tools quickly. Hold </a:t>
            </a: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Shift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while painting to draw straight lines, and </a:t>
            </a: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Ctrl/Cmd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temporarily switch to the Pick tool.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17" name="Text 14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Your First Tile Palette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14500"/>
            <a:ext cx="508000" cy="5080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14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0500" y="17145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Prepare sprites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Slice your sprite sheet in the Sprite Editor with proper grid settings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2857500"/>
            <a:ext cx="508000" cy="5080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2857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0500" y="28575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Create a Grid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GameObject &gt; 2D Object &gt; Tilemap to set up your level container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4000500"/>
            <a:ext cx="508000" cy="5080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4000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0500" y="40005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Open Tile Palette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Create a New Palette and save it to your project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5143500"/>
            <a:ext cx="508000" cy="508000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5143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0500" y="51435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Drag sprites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Drop sliced sprites from Project window into the Tile Palette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6286500"/>
            <a:ext cx="508000" cy="508000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6286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0500" y="62865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Start painting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Select the Paint tool and draw on your Tilemap in the Scene view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382000" y="1714500"/>
            <a:ext cx="7112000" cy="5588000"/>
          </a:xfrm>
          <a:prstGeom prst="roundRect">
            <a:avLst>
              <a:gd name="adj" fmla="val 8000"/>
            </a:avLst>
          </a:prstGeom>
          <a:solidFill>
            <a:srgbClr val="252A3A"/>
          </a:solidFill>
          <a:ln/>
        </p:spPr>
      </p:sp>
      <p:sp>
        <p:nvSpPr>
          <p:cNvPr id="21" name="Shape 19"/>
          <p:cNvSpPr/>
          <p:nvPr/>
        </p:nvSpPr>
        <p:spPr>
          <a:xfrm>
            <a:off x="8731250" y="20955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07082" y="-18752"/>
                </a:moveTo>
                <a:cubicBezTo>
                  <a:pt x="303014" y="-26690"/>
                  <a:pt x="294779" y="-31750"/>
                  <a:pt x="285849" y="-31750"/>
                </a:cubicBezTo>
                <a:cubicBezTo>
                  <a:pt x="276920" y="-31750"/>
                  <a:pt x="268684" y="-26690"/>
                  <a:pt x="264616" y="-18752"/>
                </a:cubicBezTo>
                <a:lnTo>
                  <a:pt x="191591" y="124321"/>
                </a:lnTo>
                <a:lnTo>
                  <a:pt x="32941" y="149523"/>
                </a:lnTo>
                <a:cubicBezTo>
                  <a:pt x="24110" y="150912"/>
                  <a:pt x="16768" y="157162"/>
                  <a:pt x="13990" y="165695"/>
                </a:cubicBezTo>
                <a:cubicBezTo>
                  <a:pt x="11212" y="174228"/>
                  <a:pt x="13494" y="183555"/>
                  <a:pt x="19745" y="189905"/>
                </a:cubicBezTo>
                <a:lnTo>
                  <a:pt x="133251" y="303510"/>
                </a:lnTo>
                <a:lnTo>
                  <a:pt x="108248" y="462161"/>
                </a:lnTo>
                <a:cubicBezTo>
                  <a:pt x="106859" y="470991"/>
                  <a:pt x="110530" y="479921"/>
                  <a:pt x="117773" y="485180"/>
                </a:cubicBezTo>
                <a:cubicBezTo>
                  <a:pt x="125016" y="490438"/>
                  <a:pt x="134541" y="491232"/>
                  <a:pt x="142577" y="487164"/>
                </a:cubicBezTo>
                <a:lnTo>
                  <a:pt x="285849" y="414338"/>
                </a:lnTo>
                <a:lnTo>
                  <a:pt x="429022" y="487164"/>
                </a:lnTo>
                <a:cubicBezTo>
                  <a:pt x="436959" y="491232"/>
                  <a:pt x="446584" y="490438"/>
                  <a:pt x="453827" y="485180"/>
                </a:cubicBezTo>
                <a:cubicBezTo>
                  <a:pt x="461070" y="479921"/>
                  <a:pt x="464741" y="471091"/>
                  <a:pt x="463352" y="462161"/>
                </a:cubicBezTo>
                <a:lnTo>
                  <a:pt x="438249" y="303510"/>
                </a:lnTo>
                <a:lnTo>
                  <a:pt x="551755" y="189905"/>
                </a:lnTo>
                <a:cubicBezTo>
                  <a:pt x="558105" y="183555"/>
                  <a:pt x="560288" y="174228"/>
                  <a:pt x="557510" y="165695"/>
                </a:cubicBezTo>
                <a:cubicBezTo>
                  <a:pt x="554732" y="157163"/>
                  <a:pt x="547489" y="150912"/>
                  <a:pt x="538559" y="149523"/>
                </a:cubicBezTo>
                <a:lnTo>
                  <a:pt x="380008" y="124321"/>
                </a:lnTo>
                <a:lnTo>
                  <a:pt x="307082" y="-18752"/>
                </a:lnTo>
                <a:close/>
              </a:path>
            </a:pathLst>
          </a:custGeom>
          <a:solidFill>
            <a:srgbClr val="00E5C7"/>
          </a:solidFill>
          <a:ln/>
        </p:spPr>
      </p:sp>
      <p:sp>
        <p:nvSpPr>
          <p:cNvPr id="22" name="Text 20"/>
          <p:cNvSpPr/>
          <p:nvPr/>
        </p:nvSpPr>
        <p:spPr>
          <a:xfrm>
            <a:off x="9461500" y="2095500"/>
            <a:ext cx="558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63000" y="2857500"/>
            <a:ext cx="6350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Organize by type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separate palettes for ground, walls, and decorations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Name your tiles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descriptive names save time when scripting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consistent grid sizes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match tile size to your game's pixel-per-unit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Lock palettes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prevent accidental edits to finished tile sets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Version control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palettes are assets; commit them with your project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5" name="Text 23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Working with Tiles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1016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Unity provides several tile types for different level design needs.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4699000" cy="23495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2349500"/>
            <a:ext cx="1524000" cy="355600"/>
          </a:xfrm>
          <a:prstGeom prst="roundRect">
            <a:avLst>
              <a:gd name="adj" fmla="val 14000"/>
            </a:avLst>
          </a:prstGeom>
          <a:solidFill>
            <a:srgbClr val="7C5CFF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3495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857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 Tile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302000"/>
            <a:ext cx="419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Basic sprite-based tile with simple properties. The foundation for all other tile types.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778500" y="2095500"/>
            <a:ext cx="4699000" cy="23495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2500" y="2349500"/>
            <a:ext cx="1524000" cy="355600"/>
          </a:xfrm>
          <a:prstGeom prst="roundRect">
            <a:avLst>
              <a:gd name="adj" fmla="val 14000"/>
            </a:avLst>
          </a:prstGeom>
          <a:solidFill>
            <a:srgbClr val="00E5C7"/>
          </a:solidFill>
          <a:ln/>
        </p:spPr>
      </p:sp>
      <p:sp>
        <p:nvSpPr>
          <p:cNvPr id="13" name="Text 11"/>
          <p:cNvSpPr/>
          <p:nvPr/>
        </p:nvSpPr>
        <p:spPr>
          <a:xfrm>
            <a:off x="6032500" y="23495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2500" y="2857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 Tile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2500" y="32385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Automatically selects sprites based on neighboring tiles. Saves hours of manual placement.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795000" y="2095500"/>
            <a:ext cx="4699000" cy="23495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049000" y="2349500"/>
            <a:ext cx="1524000" cy="355600"/>
          </a:xfrm>
          <a:prstGeom prst="roundRect">
            <a:avLst>
              <a:gd name="adj" fmla="val 14000"/>
            </a:avLst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11049000" y="23495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049000" y="2857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Animated Tile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49000" y="32385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Cycles through multiple sprites over time. Perfect for water, fire, and environmental effects.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263900" y="4826000"/>
            <a:ext cx="4699000" cy="23495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22" name="Shape 20"/>
          <p:cNvSpPr/>
          <p:nvPr/>
        </p:nvSpPr>
        <p:spPr>
          <a:xfrm>
            <a:off x="3517900" y="5080000"/>
            <a:ext cx="1524000" cy="355600"/>
          </a:xfrm>
          <a:prstGeom prst="roundRect">
            <a:avLst>
              <a:gd name="adj" fmla="val 14000"/>
            </a:avLst>
          </a:prstGeom>
          <a:solidFill>
            <a:srgbClr val="8A91A8"/>
          </a:solidFill>
          <a:ln/>
        </p:spPr>
      </p:sp>
      <p:sp>
        <p:nvSpPr>
          <p:cNvPr id="23" name="Text 21"/>
          <p:cNvSpPr/>
          <p:nvPr/>
        </p:nvSpPr>
        <p:spPr>
          <a:xfrm>
            <a:off x="3517900" y="50800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517900" y="5588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Tile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517900" y="6032500"/>
            <a:ext cx="419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Connects tiles based on adjacency rules. Ideal for roads, pipes, and wire systems.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280400" y="4826000"/>
            <a:ext cx="4699000" cy="23495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27" name="Shape 25"/>
          <p:cNvSpPr/>
          <p:nvPr/>
        </p:nvSpPr>
        <p:spPr>
          <a:xfrm>
            <a:off x="8534400" y="5080000"/>
            <a:ext cx="1524000" cy="355600"/>
          </a:xfrm>
          <a:prstGeom prst="roundRect">
            <a:avLst>
              <a:gd name="adj" fmla="val 14000"/>
            </a:avLst>
          </a:prstGeom>
          <a:solidFill>
            <a:srgbClr val="4CAF50"/>
          </a:solidFill>
          <a:ln/>
        </p:spPr>
      </p:sp>
      <p:sp>
        <p:nvSpPr>
          <p:cNvPr id="28" name="Text 26"/>
          <p:cNvSpPr/>
          <p:nvPr/>
        </p:nvSpPr>
        <p:spPr>
          <a:xfrm>
            <a:off x="8534400" y="50800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BLEND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34400" y="5588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Terrain Tile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34400" y="59690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Blends between different terrain types. Creates smooth transitions between grass, dirt, and sand.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32" name="Text 30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 Tiles — Smart Tiling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7112000" cy="336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Rule Tiles</a:t>
            </a: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are one of the most powerful features of the Tilemap system. They automatically choose the correct sprite variant based on neighboring tiles.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Instead of manually selecting corner pieces, edge pieces, and center pieces, Rule Tiles handle this </a:t>
            </a:r>
            <a:r>
              <a:rPr lang="en-US" sz="1800" b="1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automatically</a:t>
            </a: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dramatically speeds up level creation and ensures visual consistency across your entire map.</a:t>
            </a:r>
            <a:endParaRPr lang="en-US" sz="1800" dirty="0"/>
          </a:p>
        </p:txBody>
      </p:sp>
      <p:pic>
        <p:nvPicPr>
          <p:cNvPr id="6" name="Image 0" descr="https://kimi-img.moonshot.cn/pub/slides/okc/udbol2uio32n6/mnt/agents/output/week8_tilemaps/images/7_How_to_create_art_and_gameplay_with.png"/>
          <p:cNvPicPr>
            <a:picLocks noChangeAspect="1"/>
          </p:cNvPicPr>
          <p:nvPr/>
        </p:nvPicPr>
        <p:blipFill>
          <a:blip r:embed="rId3"/>
          <a:srcRect t="5556" b="5556"/>
          <a:stretch/>
        </p:blipFill>
        <p:spPr>
          <a:xfrm>
            <a:off x="8382000" y="1651000"/>
            <a:ext cx="7112000" cy="3556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762000" y="5080000"/>
            <a:ext cx="14732000" cy="3048000"/>
          </a:xfrm>
          <a:prstGeom prst="roundRect">
            <a:avLst>
              <a:gd name="adj" fmla="val 6000"/>
            </a:avLst>
          </a:prstGeom>
          <a:solidFill>
            <a:srgbClr val="252A3A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52705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kern="0" spc="200" dirty="0">
                <a:solidFill>
                  <a:srgbClr val="00E5C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43000" y="5778500"/>
            <a:ext cx="13970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Each </a:t>
            </a: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Tiling Rule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checks neighboring positions: </a:t>
            </a: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North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South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East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West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and diagonals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Neighbor conditions: </a:t>
            </a: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(same tile), </a:t>
            </a: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 This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(different tile), or </a:t>
            </a: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Don't Care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(any tile)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When conditions match, the rule outputs its assigned sprite to that position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Rules are evaluated </a:t>
            </a: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top to bottom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place most specific rules first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11" name="Text 8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Configuring Rule Tiles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87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kern="0" spc="200" dirty="0">
                <a:solidFill>
                  <a:srgbClr val="7C5C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TILING RULES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159000"/>
            <a:ext cx="7112000" cy="1079500"/>
          </a:xfrm>
          <a:prstGeom prst="roundRect">
            <a:avLst>
              <a:gd name="adj" fmla="val 6000"/>
            </a:avLst>
          </a:prstGeom>
          <a:solidFill>
            <a:srgbClr val="E8E9EF"/>
          </a:solidFill>
          <a:ln/>
        </p:spPr>
      </p:sp>
      <p:sp>
        <p:nvSpPr>
          <p:cNvPr id="7" name="Shape 5"/>
          <p:cNvSpPr/>
          <p:nvPr/>
        </p:nvSpPr>
        <p:spPr>
          <a:xfrm>
            <a:off x="1038225" y="2413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  <a:moveTo>
                  <a:pt x="88900" y="77788"/>
                </a:moveTo>
                <a:cubicBezTo>
                  <a:pt x="107299" y="77788"/>
                  <a:pt x="122238" y="92726"/>
                  <a:pt x="122238" y="111125"/>
                </a:cubicBezTo>
                <a:cubicBezTo>
                  <a:pt x="122238" y="129524"/>
                  <a:pt x="107299" y="144463"/>
                  <a:pt x="88900" y="144463"/>
                </a:cubicBezTo>
                <a:cubicBezTo>
                  <a:pt x="70501" y="144463"/>
                  <a:pt x="55563" y="129524"/>
                  <a:pt x="55563" y="111125"/>
                </a:cubicBezTo>
                <a:cubicBezTo>
                  <a:pt x="55563" y="92726"/>
                  <a:pt x="70501" y="77788"/>
                  <a:pt x="88900" y="77788"/>
                </a:cubicBezTo>
                <a:close/>
                <a:moveTo>
                  <a:pt x="188913" y="155575"/>
                </a:moveTo>
                <a:cubicBezTo>
                  <a:pt x="194747" y="155575"/>
                  <a:pt x="200094" y="158631"/>
                  <a:pt x="203150" y="163562"/>
                </a:cubicBezTo>
                <a:lnTo>
                  <a:pt x="264269" y="263575"/>
                </a:lnTo>
                <a:cubicBezTo>
                  <a:pt x="267395" y="268714"/>
                  <a:pt x="267533" y="275173"/>
                  <a:pt x="264616" y="280452"/>
                </a:cubicBezTo>
                <a:cubicBezTo>
                  <a:pt x="261699" y="285730"/>
                  <a:pt x="256074" y="288925"/>
                  <a:pt x="250031" y="288925"/>
                </a:cubicBezTo>
                <a:lnTo>
                  <a:pt x="61119" y="288925"/>
                </a:lnTo>
                <a:cubicBezTo>
                  <a:pt x="54937" y="288925"/>
                  <a:pt x="49173" y="285452"/>
                  <a:pt x="46325" y="279966"/>
                </a:cubicBezTo>
                <a:cubicBezTo>
                  <a:pt x="43478" y="274479"/>
                  <a:pt x="43894" y="267811"/>
                  <a:pt x="47436" y="262741"/>
                </a:cubicBezTo>
                <a:lnTo>
                  <a:pt x="86330" y="207179"/>
                </a:lnTo>
                <a:cubicBezTo>
                  <a:pt x="89456" y="202734"/>
                  <a:pt x="94526" y="200094"/>
                  <a:pt x="100013" y="200094"/>
                </a:cubicBezTo>
                <a:cubicBezTo>
                  <a:pt x="105499" y="200094"/>
                  <a:pt x="110569" y="202734"/>
                  <a:pt x="113695" y="207179"/>
                </a:cubicBezTo>
                <a:lnTo>
                  <a:pt x="132030" y="233432"/>
                </a:lnTo>
                <a:lnTo>
                  <a:pt x="174675" y="163632"/>
                </a:lnTo>
                <a:cubicBezTo>
                  <a:pt x="177731" y="158700"/>
                  <a:pt x="183078" y="155644"/>
                  <a:pt x="188913" y="155644"/>
                </a:cubicBez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22860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Default Sprite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the fallback sprite used when no rules match the current neighbor configuration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3429000"/>
            <a:ext cx="7112000" cy="1079500"/>
          </a:xfrm>
          <a:prstGeom prst="roundRect">
            <a:avLst>
              <a:gd name="adj" fmla="val 6000"/>
            </a:avLst>
          </a:prstGeom>
          <a:solidFill>
            <a:srgbClr val="E8E9EF"/>
          </a:solidFill>
          <a:ln/>
        </p:spPr>
      </p:sp>
      <p:sp>
        <p:nvSpPr>
          <p:cNvPr id="10" name="Shape 8"/>
          <p:cNvSpPr/>
          <p:nvPr/>
        </p:nvSpPr>
        <p:spPr>
          <a:xfrm>
            <a:off x="1016000" y="368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2928" y="25211"/>
                </a:moveTo>
                <a:cubicBezTo>
                  <a:pt x="100499" y="30490"/>
                  <a:pt x="102304" y="40908"/>
                  <a:pt x="97026" y="48409"/>
                </a:cubicBezTo>
                <a:lnTo>
                  <a:pt x="58132" y="103971"/>
                </a:lnTo>
                <a:cubicBezTo>
                  <a:pt x="55285" y="108000"/>
                  <a:pt x="50840" y="110569"/>
                  <a:pt x="45909" y="110986"/>
                </a:cubicBezTo>
                <a:cubicBezTo>
                  <a:pt x="40977" y="111403"/>
                  <a:pt x="36116" y="109736"/>
                  <a:pt x="32643" y="106263"/>
                </a:cubicBezTo>
                <a:lnTo>
                  <a:pt x="4862" y="78482"/>
                </a:lnTo>
                <a:cubicBezTo>
                  <a:pt x="-1597" y="71953"/>
                  <a:pt x="-1597" y="61397"/>
                  <a:pt x="4862" y="54868"/>
                </a:cubicBezTo>
                <a:cubicBezTo>
                  <a:pt x="11321" y="48339"/>
                  <a:pt x="21947" y="48409"/>
                  <a:pt x="28476" y="54868"/>
                </a:cubicBezTo>
                <a:lnTo>
                  <a:pt x="42228" y="68620"/>
                </a:lnTo>
                <a:lnTo>
                  <a:pt x="69731" y="29309"/>
                </a:lnTo>
                <a:cubicBezTo>
                  <a:pt x="75009" y="21739"/>
                  <a:pt x="85427" y="19933"/>
                  <a:pt x="92928" y="25211"/>
                </a:cubicBezTo>
                <a:close/>
                <a:moveTo>
                  <a:pt x="92928" y="136336"/>
                </a:moveTo>
                <a:cubicBezTo>
                  <a:pt x="100499" y="141615"/>
                  <a:pt x="102304" y="152033"/>
                  <a:pt x="97026" y="159534"/>
                </a:cubicBezTo>
                <a:lnTo>
                  <a:pt x="58132" y="215096"/>
                </a:lnTo>
                <a:cubicBezTo>
                  <a:pt x="55285" y="219125"/>
                  <a:pt x="50840" y="221694"/>
                  <a:pt x="45909" y="222111"/>
                </a:cubicBezTo>
                <a:cubicBezTo>
                  <a:pt x="40977" y="222528"/>
                  <a:pt x="36116" y="220861"/>
                  <a:pt x="32643" y="217388"/>
                </a:cubicBezTo>
                <a:lnTo>
                  <a:pt x="4862" y="189607"/>
                </a:lnTo>
                <a:cubicBezTo>
                  <a:pt x="-1667" y="183078"/>
                  <a:pt x="-1667" y="172522"/>
                  <a:pt x="4862" y="166062"/>
                </a:cubicBezTo>
                <a:cubicBezTo>
                  <a:pt x="11390" y="159603"/>
                  <a:pt x="21947" y="159534"/>
                  <a:pt x="28406" y="166062"/>
                </a:cubicBezTo>
                <a:lnTo>
                  <a:pt x="42158" y="179814"/>
                </a:lnTo>
                <a:lnTo>
                  <a:pt x="69661" y="140504"/>
                </a:lnTo>
                <a:cubicBezTo>
                  <a:pt x="74940" y="132933"/>
                  <a:pt x="85358" y="131128"/>
                  <a:pt x="92859" y="136406"/>
                </a:cubicBezTo>
                <a:close/>
                <a:moveTo>
                  <a:pt x="155575" y="66675"/>
                </a:moveTo>
                <a:cubicBezTo>
                  <a:pt x="155575" y="54382"/>
                  <a:pt x="165507" y="44450"/>
                  <a:pt x="177800" y="44450"/>
                </a:cubicBezTo>
                <a:lnTo>
                  <a:pt x="333375" y="44450"/>
                </a:lnTo>
                <a:cubicBezTo>
                  <a:pt x="345668" y="44450"/>
                  <a:pt x="355600" y="54382"/>
                  <a:pt x="355600" y="66675"/>
                </a:cubicBezTo>
                <a:cubicBezTo>
                  <a:pt x="355600" y="78968"/>
                  <a:pt x="345668" y="88900"/>
                  <a:pt x="333375" y="88900"/>
                </a:cubicBezTo>
                <a:lnTo>
                  <a:pt x="177800" y="88900"/>
                </a:lnTo>
                <a:cubicBezTo>
                  <a:pt x="165507" y="88900"/>
                  <a:pt x="155575" y="78968"/>
                  <a:pt x="155575" y="66675"/>
                </a:cubicBezTo>
                <a:close/>
                <a:moveTo>
                  <a:pt x="155575" y="177800"/>
                </a:moveTo>
                <a:cubicBezTo>
                  <a:pt x="155575" y="165507"/>
                  <a:pt x="165507" y="155575"/>
                  <a:pt x="177800" y="155575"/>
                </a:cubicBezTo>
                <a:lnTo>
                  <a:pt x="333375" y="155575"/>
                </a:lnTo>
                <a:cubicBezTo>
                  <a:pt x="345668" y="155575"/>
                  <a:pt x="355600" y="165507"/>
                  <a:pt x="355600" y="177800"/>
                </a:cubicBezTo>
                <a:cubicBezTo>
                  <a:pt x="355600" y="190093"/>
                  <a:pt x="345668" y="200025"/>
                  <a:pt x="333375" y="200025"/>
                </a:cubicBezTo>
                <a:lnTo>
                  <a:pt x="177800" y="200025"/>
                </a:lnTo>
                <a:cubicBezTo>
                  <a:pt x="165507" y="200025"/>
                  <a:pt x="155575" y="190093"/>
                  <a:pt x="155575" y="177800"/>
                </a:cubicBezTo>
                <a:close/>
                <a:moveTo>
                  <a:pt x="111125" y="288925"/>
                </a:moveTo>
                <a:cubicBezTo>
                  <a:pt x="111125" y="276632"/>
                  <a:pt x="121057" y="266700"/>
                  <a:pt x="133350" y="266700"/>
                </a:cubicBezTo>
                <a:lnTo>
                  <a:pt x="333375" y="266700"/>
                </a:lnTo>
                <a:cubicBezTo>
                  <a:pt x="345668" y="266700"/>
                  <a:pt x="355600" y="276632"/>
                  <a:pt x="355600" y="288925"/>
                </a:cubicBezTo>
                <a:cubicBezTo>
                  <a:pt x="355600" y="301218"/>
                  <a:pt x="345668" y="311150"/>
                  <a:pt x="333375" y="311150"/>
                </a:cubicBezTo>
                <a:lnTo>
                  <a:pt x="133350" y="311150"/>
                </a:lnTo>
                <a:cubicBezTo>
                  <a:pt x="121057" y="311150"/>
                  <a:pt x="111125" y="301218"/>
                  <a:pt x="111125" y="288925"/>
                </a:cubicBezTo>
                <a:close/>
                <a:moveTo>
                  <a:pt x="44450" y="261144"/>
                </a:moveTo>
                <a:cubicBezTo>
                  <a:pt x="59783" y="261144"/>
                  <a:pt x="72231" y="273592"/>
                  <a:pt x="72231" y="288925"/>
                </a:cubicBezTo>
                <a:cubicBezTo>
                  <a:pt x="72231" y="304258"/>
                  <a:pt x="59783" y="316706"/>
                  <a:pt x="44450" y="316706"/>
                </a:cubicBezTo>
                <a:cubicBezTo>
                  <a:pt x="29117" y="316706"/>
                  <a:pt x="16669" y="304258"/>
                  <a:pt x="16669" y="288925"/>
                </a:cubicBezTo>
                <a:cubicBezTo>
                  <a:pt x="16669" y="273592"/>
                  <a:pt x="29117" y="261144"/>
                  <a:pt x="44450" y="261144"/>
                </a:cubicBez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" y="35560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Tiling Rules List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each rule specifies neighbor conditions and the output sprite to use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4699000"/>
            <a:ext cx="7112000" cy="1079500"/>
          </a:xfrm>
          <a:prstGeom prst="roundRect">
            <a:avLst>
              <a:gd name="adj" fmla="val 6000"/>
            </a:avLst>
          </a:prstGeom>
          <a:solidFill>
            <a:srgbClr val="E8E9E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495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3496" y="6529"/>
                </a:moveTo>
                <a:cubicBezTo>
                  <a:pt x="184815" y="-2153"/>
                  <a:pt x="170716" y="-2153"/>
                  <a:pt x="162034" y="6529"/>
                </a:cubicBezTo>
                <a:lnTo>
                  <a:pt x="117584" y="50979"/>
                </a:lnTo>
                <a:cubicBezTo>
                  <a:pt x="108903" y="59660"/>
                  <a:pt x="108903" y="73759"/>
                  <a:pt x="117584" y="82441"/>
                </a:cubicBezTo>
                <a:cubicBezTo>
                  <a:pt x="126266" y="91122"/>
                  <a:pt x="140365" y="91122"/>
                  <a:pt x="149046" y="82441"/>
                </a:cubicBezTo>
                <a:lnTo>
                  <a:pt x="155575" y="75912"/>
                </a:lnTo>
                <a:lnTo>
                  <a:pt x="155575" y="155575"/>
                </a:lnTo>
                <a:lnTo>
                  <a:pt x="75912" y="155575"/>
                </a:lnTo>
                <a:lnTo>
                  <a:pt x="82441" y="149046"/>
                </a:lnTo>
                <a:cubicBezTo>
                  <a:pt x="91123" y="140365"/>
                  <a:pt x="91123" y="126266"/>
                  <a:pt x="82441" y="117584"/>
                </a:cubicBezTo>
                <a:cubicBezTo>
                  <a:pt x="73759" y="108903"/>
                  <a:pt x="59660" y="108903"/>
                  <a:pt x="50979" y="117584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50979" y="237946"/>
                </a:lnTo>
                <a:cubicBezTo>
                  <a:pt x="59660" y="246628"/>
                  <a:pt x="73759" y="246628"/>
                  <a:pt x="82441" y="237946"/>
                </a:cubicBezTo>
                <a:cubicBezTo>
                  <a:pt x="91123" y="229265"/>
                  <a:pt x="91123" y="215166"/>
                  <a:pt x="82441" y="206484"/>
                </a:cubicBezTo>
                <a:lnTo>
                  <a:pt x="75912" y="199956"/>
                </a:lnTo>
                <a:lnTo>
                  <a:pt x="155575" y="199956"/>
                </a:lnTo>
                <a:lnTo>
                  <a:pt x="155575" y="279618"/>
                </a:lnTo>
                <a:lnTo>
                  <a:pt x="149046" y="273090"/>
                </a:lnTo>
                <a:cubicBezTo>
                  <a:pt x="140365" y="264408"/>
                  <a:pt x="126266" y="264408"/>
                  <a:pt x="117584" y="273090"/>
                </a:cubicBezTo>
                <a:cubicBezTo>
                  <a:pt x="108903" y="281771"/>
                  <a:pt x="108903" y="295870"/>
                  <a:pt x="117584" y="304552"/>
                </a:cubicBezTo>
                <a:lnTo>
                  <a:pt x="162034" y="349002"/>
                </a:lnTo>
                <a:cubicBezTo>
                  <a:pt x="170716" y="357684"/>
                  <a:pt x="184815" y="357684"/>
                  <a:pt x="193496" y="349002"/>
                </a:cubicBezTo>
                <a:lnTo>
                  <a:pt x="237946" y="304552"/>
                </a:lnTo>
                <a:cubicBezTo>
                  <a:pt x="246628" y="295870"/>
                  <a:pt x="246628" y="281771"/>
                  <a:pt x="237946" y="273090"/>
                </a:cubicBezTo>
                <a:cubicBezTo>
                  <a:pt x="229265" y="264408"/>
                  <a:pt x="215166" y="264408"/>
                  <a:pt x="206484" y="273090"/>
                </a:cubicBezTo>
                <a:lnTo>
                  <a:pt x="199956" y="279618"/>
                </a:lnTo>
                <a:lnTo>
                  <a:pt x="199956" y="199956"/>
                </a:lnTo>
                <a:lnTo>
                  <a:pt x="279618" y="199956"/>
                </a:lnTo>
                <a:lnTo>
                  <a:pt x="273090" y="206484"/>
                </a:lnTo>
                <a:cubicBezTo>
                  <a:pt x="264408" y="215166"/>
                  <a:pt x="264408" y="229265"/>
                  <a:pt x="273090" y="237946"/>
                </a:cubicBezTo>
                <a:cubicBezTo>
                  <a:pt x="281771" y="246628"/>
                  <a:pt x="295870" y="246628"/>
                  <a:pt x="304552" y="237946"/>
                </a:cubicBezTo>
                <a:lnTo>
                  <a:pt x="349002" y="193496"/>
                </a:lnTo>
                <a:cubicBezTo>
                  <a:pt x="357684" y="184815"/>
                  <a:pt x="357684" y="170716"/>
                  <a:pt x="349002" y="162034"/>
                </a:cubicBezTo>
                <a:lnTo>
                  <a:pt x="304552" y="117584"/>
                </a:lnTo>
                <a:cubicBezTo>
                  <a:pt x="295870" y="108903"/>
                  <a:pt x="281771" y="108903"/>
                  <a:pt x="273090" y="117584"/>
                </a:cubicBezTo>
                <a:cubicBezTo>
                  <a:pt x="264408" y="126266"/>
                  <a:pt x="264408" y="140365"/>
                  <a:pt x="273090" y="149046"/>
                </a:cubicBezTo>
                <a:lnTo>
                  <a:pt x="279618" y="155575"/>
                </a:lnTo>
                <a:lnTo>
                  <a:pt x="199956" y="155575"/>
                </a:lnTo>
                <a:lnTo>
                  <a:pt x="199956" y="75912"/>
                </a:lnTo>
                <a:lnTo>
                  <a:pt x="206484" y="82441"/>
                </a:lnTo>
                <a:cubicBezTo>
                  <a:pt x="215166" y="91123"/>
                  <a:pt x="229265" y="91123"/>
                  <a:pt x="237946" y="82441"/>
                </a:cubicBezTo>
                <a:cubicBezTo>
                  <a:pt x="246628" y="73759"/>
                  <a:pt x="246628" y="59660"/>
                  <a:pt x="237946" y="50979"/>
                </a:cubicBezTo>
                <a:lnTo>
                  <a:pt x="193496" y="6529"/>
                </a:lnTo>
                <a:close/>
              </a:path>
            </a:pathLst>
          </a:custGeom>
          <a:solidFill>
            <a:srgbClr val="00E5C7"/>
          </a:solidFill>
          <a:ln/>
        </p:spPr>
      </p:sp>
      <p:sp>
        <p:nvSpPr>
          <p:cNvPr id="14" name="Text 12"/>
          <p:cNvSpPr/>
          <p:nvPr/>
        </p:nvSpPr>
        <p:spPr>
          <a:xfrm>
            <a:off x="1524000" y="48260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Neighbor Conditions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</a:t>
            </a: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 This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or </a:t>
            </a: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Don't Care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each surrounding position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5969000"/>
            <a:ext cx="7112000" cy="1079500"/>
          </a:xfrm>
          <a:prstGeom prst="roundRect">
            <a:avLst>
              <a:gd name="adj" fmla="val 6000"/>
            </a:avLst>
          </a:prstGeom>
          <a:solidFill>
            <a:srgbClr val="E8E9E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6000" y="622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49071" y="104596"/>
                </a:moveTo>
                <a:lnTo>
                  <a:pt x="282396" y="171271"/>
                </a:lnTo>
                <a:cubicBezTo>
                  <a:pt x="276007" y="177661"/>
                  <a:pt x="266492" y="179536"/>
                  <a:pt x="258157" y="176064"/>
                </a:cubicBezTo>
                <a:cubicBezTo>
                  <a:pt x="249823" y="172591"/>
                  <a:pt x="244475" y="164534"/>
                  <a:pt x="244475" y="155575"/>
                </a:cubicBezTo>
                <a:lnTo>
                  <a:pt x="244475" y="111125"/>
                </a:lnTo>
                <a:lnTo>
                  <a:pt x="22225" y="111125"/>
                </a:lnTo>
                <a:cubicBezTo>
                  <a:pt x="9932" y="111125"/>
                  <a:pt x="0" y="101193"/>
                  <a:pt x="0" y="88900"/>
                </a:cubicBezTo>
                <a:cubicBezTo>
                  <a:pt x="0" y="76607"/>
                  <a:pt x="9932" y="66675"/>
                  <a:pt x="22225" y="66675"/>
                </a:cubicBezTo>
                <a:lnTo>
                  <a:pt x="244475" y="66675"/>
                </a:lnTo>
                <a:lnTo>
                  <a:pt x="244475" y="22225"/>
                </a:lnTo>
                <a:cubicBezTo>
                  <a:pt x="244475" y="13266"/>
                  <a:pt x="249892" y="5140"/>
                  <a:pt x="258227" y="1667"/>
                </a:cubicBezTo>
                <a:cubicBezTo>
                  <a:pt x="266561" y="-1806"/>
                  <a:pt x="276076" y="139"/>
                  <a:pt x="282466" y="6459"/>
                </a:cubicBezTo>
                <a:lnTo>
                  <a:pt x="349141" y="73134"/>
                </a:lnTo>
                <a:cubicBezTo>
                  <a:pt x="357823" y="81816"/>
                  <a:pt x="357823" y="95915"/>
                  <a:pt x="349141" y="104596"/>
                </a:cubicBezTo>
                <a:close/>
                <a:moveTo>
                  <a:pt x="73134" y="349071"/>
                </a:moveTo>
                <a:lnTo>
                  <a:pt x="6459" y="282396"/>
                </a:lnTo>
                <a:cubicBezTo>
                  <a:pt x="-2222" y="273715"/>
                  <a:pt x="-2222" y="259616"/>
                  <a:pt x="6459" y="250934"/>
                </a:cubicBezTo>
                <a:lnTo>
                  <a:pt x="73134" y="184259"/>
                </a:lnTo>
                <a:cubicBezTo>
                  <a:pt x="79524" y="177869"/>
                  <a:pt x="89039" y="175994"/>
                  <a:pt x="97373" y="179467"/>
                </a:cubicBezTo>
                <a:cubicBezTo>
                  <a:pt x="105708" y="182940"/>
                  <a:pt x="111125" y="191066"/>
                  <a:pt x="111125" y="200025"/>
                </a:cubicBezTo>
                <a:lnTo>
                  <a:pt x="111125" y="244475"/>
                </a:lnTo>
                <a:lnTo>
                  <a:pt x="333375" y="244475"/>
                </a:lnTo>
                <a:cubicBezTo>
                  <a:pt x="345668" y="244475"/>
                  <a:pt x="355600" y="254407"/>
                  <a:pt x="355600" y="266700"/>
                </a:cubicBezTo>
                <a:cubicBezTo>
                  <a:pt x="355600" y="278993"/>
                  <a:pt x="345668" y="288925"/>
                  <a:pt x="333375" y="288925"/>
                </a:cubicBezTo>
                <a:lnTo>
                  <a:pt x="111125" y="288925"/>
                </a:lnTo>
                <a:lnTo>
                  <a:pt x="111125" y="333375"/>
                </a:lnTo>
                <a:cubicBezTo>
                  <a:pt x="111125" y="342334"/>
                  <a:pt x="105708" y="350460"/>
                  <a:pt x="97373" y="353933"/>
                </a:cubicBezTo>
                <a:cubicBezTo>
                  <a:pt x="89039" y="357406"/>
                  <a:pt x="79524" y="355461"/>
                  <a:pt x="73134" y="349141"/>
                </a:cubicBezTo>
                <a:close/>
              </a:path>
            </a:pathLst>
          </a:custGeom>
          <a:solidFill>
            <a:srgbClr val="00E5C7"/>
          </a:solidFill>
          <a:ln/>
        </p:spPr>
      </p:sp>
      <p:sp>
        <p:nvSpPr>
          <p:cNvPr id="17" name="Text 15"/>
          <p:cNvSpPr/>
          <p:nvPr/>
        </p:nvSpPr>
        <p:spPr>
          <a:xfrm>
            <a:off x="1524000" y="60960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Rule Output Modes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Single sprite, Random selection, or Animation sequence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82000" y="1587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kern="0" spc="200" dirty="0">
                <a:solidFill>
                  <a:srgbClr val="7C5C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TIPS FOR SUCCESS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82000" y="2159000"/>
            <a:ext cx="7112000" cy="5080000"/>
          </a:xfrm>
          <a:prstGeom prst="roundRect">
            <a:avLst>
              <a:gd name="adj" fmla="val 6000"/>
            </a:avLst>
          </a:prstGeom>
          <a:solidFill>
            <a:srgbClr val="252A3A"/>
          </a:solidFill>
          <a:ln/>
        </p:spPr>
      </p:sp>
      <p:sp>
        <p:nvSpPr>
          <p:cNvPr id="20" name="Text 18"/>
          <p:cNvSpPr/>
          <p:nvPr/>
        </p:nvSpPr>
        <p:spPr>
          <a:xfrm>
            <a:off x="8763000" y="2476500"/>
            <a:ext cx="63500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Start specific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Place your most specific rules at the top of the list. Generic fallback rules should be last.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400"/>
              </a:spcBef>
            </a:pPr>
            <a:r>
              <a:rPr lang="en-US" sz="20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Rule Override Tile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Create visual variations (snowy grass, dry grass) without duplicating rule logic.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400"/>
              </a:spcBef>
            </a:pPr>
            <a:r>
              <a:rPr lang="en-US" sz="20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Test with complex shapes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Paint circles, diagonals, and irregular patterns to ensure your rules cover all edge cases.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2" name="Text 20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Animated Tiles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875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Animated Tiles</a:t>
            </a: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bring life to your Tilemap by cycling through a sequence of sprites over time. They are perfect for creating dynamic environmental effects </a:t>
            </a:r>
            <a:r>
              <a:rPr lang="en-US" sz="18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without requiring individual GameObjects</a:t>
            </a: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66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kern="0" spc="200" dirty="0">
                <a:solidFill>
                  <a:srgbClr val="7C5C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USE CASES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238500"/>
            <a:ext cx="2794000" cy="2159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8" name="Shape 6"/>
          <p:cNvSpPr/>
          <p:nvPr/>
        </p:nvSpPr>
        <p:spPr>
          <a:xfrm>
            <a:off x="1727200" y="3492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88871" y="147757"/>
                </a:moveTo>
                <a:cubicBezTo>
                  <a:pt x="513517" y="166330"/>
                  <a:pt x="543639" y="184309"/>
                  <a:pt x="577215" y="188833"/>
                </a:cubicBezTo>
                <a:cubicBezTo>
                  <a:pt x="592812" y="190976"/>
                  <a:pt x="607219" y="179903"/>
                  <a:pt x="609362" y="164306"/>
                </a:cubicBezTo>
                <a:cubicBezTo>
                  <a:pt x="611505" y="148709"/>
                  <a:pt x="600432" y="134303"/>
                  <a:pt x="584835" y="132159"/>
                </a:cubicBezTo>
                <a:cubicBezTo>
                  <a:pt x="565904" y="129659"/>
                  <a:pt x="545306" y="118705"/>
                  <a:pt x="523280" y="102156"/>
                </a:cubicBezTo>
                <a:cubicBezTo>
                  <a:pt x="477560" y="67628"/>
                  <a:pt x="415528" y="67628"/>
                  <a:pt x="369689" y="102156"/>
                </a:cubicBezTo>
                <a:cubicBezTo>
                  <a:pt x="341114" y="123706"/>
                  <a:pt x="321231" y="133469"/>
                  <a:pt x="304800" y="133469"/>
                </a:cubicBezTo>
                <a:cubicBezTo>
                  <a:pt x="288369" y="133469"/>
                  <a:pt x="268486" y="123706"/>
                  <a:pt x="239911" y="102156"/>
                </a:cubicBezTo>
                <a:cubicBezTo>
                  <a:pt x="194191" y="67628"/>
                  <a:pt x="132159" y="67628"/>
                  <a:pt x="86320" y="102156"/>
                </a:cubicBezTo>
                <a:cubicBezTo>
                  <a:pt x="64294" y="118705"/>
                  <a:pt x="43696" y="129659"/>
                  <a:pt x="24765" y="132159"/>
                </a:cubicBezTo>
                <a:cubicBezTo>
                  <a:pt x="9168" y="134303"/>
                  <a:pt x="-1905" y="148590"/>
                  <a:pt x="238" y="164306"/>
                </a:cubicBezTo>
                <a:cubicBezTo>
                  <a:pt x="2381" y="180022"/>
                  <a:pt x="16669" y="190976"/>
                  <a:pt x="32385" y="188833"/>
                </a:cubicBezTo>
                <a:cubicBezTo>
                  <a:pt x="65961" y="184309"/>
                  <a:pt x="96203" y="166330"/>
                  <a:pt x="120729" y="147757"/>
                </a:cubicBezTo>
                <a:cubicBezTo>
                  <a:pt x="146090" y="128588"/>
                  <a:pt x="180142" y="128588"/>
                  <a:pt x="205502" y="147757"/>
                </a:cubicBezTo>
                <a:cubicBezTo>
                  <a:pt x="234315" y="169545"/>
                  <a:pt x="267772" y="190500"/>
                  <a:pt x="304800" y="190500"/>
                </a:cubicBezTo>
                <a:cubicBezTo>
                  <a:pt x="341828" y="190500"/>
                  <a:pt x="375166" y="169426"/>
                  <a:pt x="404098" y="147757"/>
                </a:cubicBezTo>
                <a:cubicBezTo>
                  <a:pt x="429458" y="128588"/>
                  <a:pt x="463510" y="128588"/>
                  <a:pt x="488871" y="147757"/>
                </a:cubicBezTo>
                <a:close/>
                <a:moveTo>
                  <a:pt x="488871" y="319207"/>
                </a:moveTo>
                <a:cubicBezTo>
                  <a:pt x="513517" y="337780"/>
                  <a:pt x="543639" y="355759"/>
                  <a:pt x="577215" y="360283"/>
                </a:cubicBezTo>
                <a:cubicBezTo>
                  <a:pt x="592812" y="362426"/>
                  <a:pt x="607219" y="351353"/>
                  <a:pt x="609362" y="335756"/>
                </a:cubicBezTo>
                <a:cubicBezTo>
                  <a:pt x="611505" y="320159"/>
                  <a:pt x="600432" y="305753"/>
                  <a:pt x="584835" y="303609"/>
                </a:cubicBezTo>
                <a:cubicBezTo>
                  <a:pt x="565904" y="301109"/>
                  <a:pt x="545306" y="290155"/>
                  <a:pt x="523280" y="273606"/>
                </a:cubicBezTo>
                <a:cubicBezTo>
                  <a:pt x="477560" y="239078"/>
                  <a:pt x="415528" y="239078"/>
                  <a:pt x="369689" y="273606"/>
                </a:cubicBezTo>
                <a:cubicBezTo>
                  <a:pt x="341114" y="295156"/>
                  <a:pt x="321231" y="304919"/>
                  <a:pt x="304800" y="304919"/>
                </a:cubicBezTo>
                <a:cubicBezTo>
                  <a:pt x="288369" y="304919"/>
                  <a:pt x="268486" y="295156"/>
                  <a:pt x="239911" y="273606"/>
                </a:cubicBezTo>
                <a:cubicBezTo>
                  <a:pt x="194191" y="239078"/>
                  <a:pt x="132159" y="239078"/>
                  <a:pt x="86320" y="273606"/>
                </a:cubicBezTo>
                <a:cubicBezTo>
                  <a:pt x="64294" y="290155"/>
                  <a:pt x="43696" y="301109"/>
                  <a:pt x="24765" y="303609"/>
                </a:cubicBezTo>
                <a:cubicBezTo>
                  <a:pt x="9168" y="305633"/>
                  <a:pt x="-1905" y="320040"/>
                  <a:pt x="238" y="335756"/>
                </a:cubicBezTo>
                <a:cubicBezTo>
                  <a:pt x="2381" y="351472"/>
                  <a:pt x="16669" y="362426"/>
                  <a:pt x="32385" y="360283"/>
                </a:cubicBezTo>
                <a:cubicBezTo>
                  <a:pt x="65961" y="355759"/>
                  <a:pt x="96203" y="337780"/>
                  <a:pt x="120729" y="319207"/>
                </a:cubicBezTo>
                <a:cubicBezTo>
                  <a:pt x="146090" y="300038"/>
                  <a:pt x="180142" y="300038"/>
                  <a:pt x="205502" y="319207"/>
                </a:cubicBezTo>
                <a:cubicBezTo>
                  <a:pt x="234315" y="340995"/>
                  <a:pt x="267772" y="361950"/>
                  <a:pt x="304800" y="361950"/>
                </a:cubicBezTo>
                <a:cubicBezTo>
                  <a:pt x="341828" y="361950"/>
                  <a:pt x="375166" y="340876"/>
                  <a:pt x="404098" y="319207"/>
                </a:cubicBezTo>
                <a:cubicBezTo>
                  <a:pt x="429458" y="300038"/>
                  <a:pt x="463510" y="300038"/>
                  <a:pt x="488871" y="319207"/>
                </a:cubicBezTo>
                <a:close/>
                <a:moveTo>
                  <a:pt x="404098" y="490657"/>
                </a:moveTo>
                <a:cubicBezTo>
                  <a:pt x="429458" y="471488"/>
                  <a:pt x="463510" y="471488"/>
                  <a:pt x="488871" y="490657"/>
                </a:cubicBezTo>
                <a:cubicBezTo>
                  <a:pt x="513517" y="509230"/>
                  <a:pt x="543639" y="527209"/>
                  <a:pt x="577215" y="531733"/>
                </a:cubicBezTo>
                <a:cubicBezTo>
                  <a:pt x="592812" y="533876"/>
                  <a:pt x="607219" y="522803"/>
                  <a:pt x="609362" y="507206"/>
                </a:cubicBezTo>
                <a:cubicBezTo>
                  <a:pt x="611505" y="491609"/>
                  <a:pt x="600432" y="477203"/>
                  <a:pt x="584835" y="475059"/>
                </a:cubicBezTo>
                <a:cubicBezTo>
                  <a:pt x="565904" y="472559"/>
                  <a:pt x="545306" y="461605"/>
                  <a:pt x="523280" y="445056"/>
                </a:cubicBezTo>
                <a:cubicBezTo>
                  <a:pt x="477560" y="410528"/>
                  <a:pt x="415528" y="410528"/>
                  <a:pt x="369689" y="445056"/>
                </a:cubicBezTo>
                <a:cubicBezTo>
                  <a:pt x="341114" y="466606"/>
                  <a:pt x="321231" y="476369"/>
                  <a:pt x="304800" y="476369"/>
                </a:cubicBezTo>
                <a:cubicBezTo>
                  <a:pt x="288369" y="476369"/>
                  <a:pt x="268486" y="466606"/>
                  <a:pt x="239911" y="445056"/>
                </a:cubicBezTo>
                <a:cubicBezTo>
                  <a:pt x="194191" y="410528"/>
                  <a:pt x="132159" y="410528"/>
                  <a:pt x="86320" y="445056"/>
                </a:cubicBezTo>
                <a:cubicBezTo>
                  <a:pt x="64294" y="461605"/>
                  <a:pt x="43696" y="472559"/>
                  <a:pt x="24765" y="475059"/>
                </a:cubicBezTo>
                <a:cubicBezTo>
                  <a:pt x="9168" y="477203"/>
                  <a:pt x="-1905" y="491490"/>
                  <a:pt x="238" y="507206"/>
                </a:cubicBezTo>
                <a:cubicBezTo>
                  <a:pt x="2381" y="522922"/>
                  <a:pt x="16669" y="533876"/>
                  <a:pt x="32385" y="531733"/>
                </a:cubicBezTo>
                <a:cubicBezTo>
                  <a:pt x="65961" y="527209"/>
                  <a:pt x="96203" y="509230"/>
                  <a:pt x="120729" y="490657"/>
                </a:cubicBezTo>
                <a:cubicBezTo>
                  <a:pt x="146090" y="471488"/>
                  <a:pt x="180142" y="471488"/>
                  <a:pt x="205502" y="490657"/>
                </a:cubicBezTo>
                <a:cubicBezTo>
                  <a:pt x="234315" y="512445"/>
                  <a:pt x="267772" y="533400"/>
                  <a:pt x="304800" y="533400"/>
                </a:cubicBezTo>
                <a:cubicBezTo>
                  <a:pt x="341828" y="533400"/>
                  <a:pt x="375166" y="512326"/>
                  <a:pt x="404098" y="490657"/>
                </a:cubicBezTo>
                <a:close/>
              </a:path>
            </a:pathLst>
          </a:custGeom>
          <a:solidFill>
            <a:srgbClr val="4FC3F7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4254500"/>
            <a:ext cx="241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Flowing Water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9000" y="4699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Rivers, oceans, waterfalls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10000" y="3238500"/>
            <a:ext cx="2794000" cy="2159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2" name="Shape 10"/>
          <p:cNvSpPr/>
          <p:nvPr/>
        </p:nvSpPr>
        <p:spPr>
          <a:xfrm>
            <a:off x="4813300" y="34925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191095" y="-31432"/>
                </a:moveTo>
                <a:cubicBezTo>
                  <a:pt x="202168" y="-40719"/>
                  <a:pt x="218480" y="-40362"/>
                  <a:pt x="229076" y="-30361"/>
                </a:cubicBezTo>
                <a:cubicBezTo>
                  <a:pt x="243721" y="-16550"/>
                  <a:pt x="256818" y="-1310"/>
                  <a:pt x="269438" y="14168"/>
                </a:cubicBezTo>
                <a:cubicBezTo>
                  <a:pt x="285512" y="33814"/>
                  <a:pt x="304800" y="59769"/>
                  <a:pt x="323374" y="90607"/>
                </a:cubicBezTo>
                <a:cubicBezTo>
                  <a:pt x="329565" y="82510"/>
                  <a:pt x="335280" y="75367"/>
                  <a:pt x="340281" y="69294"/>
                </a:cubicBezTo>
                <a:cubicBezTo>
                  <a:pt x="341590" y="67747"/>
                  <a:pt x="342900" y="66080"/>
                  <a:pt x="344210" y="64413"/>
                </a:cubicBezTo>
                <a:cubicBezTo>
                  <a:pt x="353616" y="52745"/>
                  <a:pt x="365284" y="38100"/>
                  <a:pt x="380881" y="38100"/>
                </a:cubicBezTo>
                <a:cubicBezTo>
                  <a:pt x="396835" y="38100"/>
                  <a:pt x="408027" y="52268"/>
                  <a:pt x="417552" y="64413"/>
                </a:cubicBezTo>
                <a:cubicBezTo>
                  <a:pt x="419100" y="66437"/>
                  <a:pt x="420648" y="68342"/>
                  <a:pt x="422196" y="70128"/>
                </a:cubicBezTo>
                <a:cubicBezTo>
                  <a:pt x="434459" y="84892"/>
                  <a:pt x="450771" y="106204"/>
                  <a:pt x="467082" y="132517"/>
                </a:cubicBezTo>
                <a:cubicBezTo>
                  <a:pt x="499467" y="184785"/>
                  <a:pt x="533281" y="259199"/>
                  <a:pt x="533281" y="342781"/>
                </a:cubicBezTo>
                <a:cubicBezTo>
                  <a:pt x="533281" y="490061"/>
                  <a:pt x="413861" y="609481"/>
                  <a:pt x="266581" y="609481"/>
                </a:cubicBezTo>
                <a:cubicBezTo>
                  <a:pt x="119301" y="609481"/>
                  <a:pt x="0" y="490180"/>
                  <a:pt x="0" y="342900"/>
                </a:cubicBezTo>
                <a:cubicBezTo>
                  <a:pt x="0" y="234434"/>
                  <a:pt x="48935" y="140494"/>
                  <a:pt x="95845" y="75009"/>
                </a:cubicBezTo>
                <a:cubicBezTo>
                  <a:pt x="119539" y="42029"/>
                  <a:pt x="143113" y="15597"/>
                  <a:pt x="160853" y="-2500"/>
                </a:cubicBezTo>
                <a:cubicBezTo>
                  <a:pt x="170617" y="-12502"/>
                  <a:pt x="180499" y="-22384"/>
                  <a:pt x="191214" y="-31313"/>
                </a:cubicBezTo>
                <a:close/>
                <a:moveTo>
                  <a:pt x="268724" y="495300"/>
                </a:moveTo>
                <a:cubicBezTo>
                  <a:pt x="298847" y="495300"/>
                  <a:pt x="325517" y="486966"/>
                  <a:pt x="350639" y="470297"/>
                </a:cubicBezTo>
                <a:cubicBezTo>
                  <a:pt x="400764" y="435293"/>
                  <a:pt x="414218" y="365284"/>
                  <a:pt x="384096" y="310277"/>
                </a:cubicBezTo>
                <a:cubicBezTo>
                  <a:pt x="378738" y="299561"/>
                  <a:pt x="365046" y="298847"/>
                  <a:pt x="357307" y="307896"/>
                </a:cubicBezTo>
                <a:lnTo>
                  <a:pt x="327303" y="342781"/>
                </a:lnTo>
                <a:cubicBezTo>
                  <a:pt x="319445" y="351830"/>
                  <a:pt x="305276" y="351592"/>
                  <a:pt x="297894" y="342186"/>
                </a:cubicBezTo>
                <a:cubicBezTo>
                  <a:pt x="277297" y="315873"/>
                  <a:pt x="239435" y="267891"/>
                  <a:pt x="220147" y="243364"/>
                </a:cubicBezTo>
                <a:cubicBezTo>
                  <a:pt x="213717" y="235148"/>
                  <a:pt x="202049" y="233839"/>
                  <a:pt x="194548" y="241102"/>
                </a:cubicBezTo>
                <a:cubicBezTo>
                  <a:pt x="172760" y="262295"/>
                  <a:pt x="133231" y="308729"/>
                  <a:pt x="133231" y="365284"/>
                </a:cubicBezTo>
                <a:cubicBezTo>
                  <a:pt x="133231" y="446961"/>
                  <a:pt x="193477" y="495300"/>
                  <a:pt x="268605" y="49530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4000500" y="4254500"/>
            <a:ext cx="241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Flickering Torches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37000" y="4699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Candles, campfires, lamps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0" y="3238500"/>
            <a:ext cx="2794000" cy="2159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6" name="Shape 14"/>
          <p:cNvSpPr/>
          <p:nvPr/>
        </p:nvSpPr>
        <p:spPr>
          <a:xfrm>
            <a:off x="7823200" y="3492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600" y="38100"/>
                </a:moveTo>
                <a:cubicBezTo>
                  <a:pt x="609600" y="166807"/>
                  <a:pt x="518398" y="274201"/>
                  <a:pt x="397193" y="299323"/>
                </a:cubicBezTo>
                <a:cubicBezTo>
                  <a:pt x="387787" y="230148"/>
                  <a:pt x="356711" y="167878"/>
                  <a:pt x="310872" y="119658"/>
                </a:cubicBezTo>
                <a:cubicBezTo>
                  <a:pt x="358616" y="47625"/>
                  <a:pt x="440412" y="0"/>
                  <a:pt x="533400" y="0"/>
                </a:cubicBezTo>
                <a:lnTo>
                  <a:pt x="571500" y="0"/>
                </a:lnTo>
                <a:cubicBezTo>
                  <a:pt x="592574" y="0"/>
                  <a:pt x="609600" y="17026"/>
                  <a:pt x="609600" y="38100"/>
                </a:cubicBezTo>
                <a:close/>
                <a:moveTo>
                  <a:pt x="0" y="114300"/>
                </a:moveTo>
                <a:cubicBezTo>
                  <a:pt x="0" y="93226"/>
                  <a:pt x="17026" y="76200"/>
                  <a:pt x="38100" y="76200"/>
                </a:cubicBezTo>
                <a:lnTo>
                  <a:pt x="76200" y="76200"/>
                </a:lnTo>
                <a:cubicBezTo>
                  <a:pt x="223480" y="76200"/>
                  <a:pt x="342900" y="195620"/>
                  <a:pt x="342900" y="342900"/>
                </a:cubicBezTo>
                <a:lnTo>
                  <a:pt x="342900" y="571500"/>
                </a:lnTo>
                <a:cubicBezTo>
                  <a:pt x="342900" y="592574"/>
                  <a:pt x="325874" y="609600"/>
                  <a:pt x="304800" y="609600"/>
                </a:cubicBezTo>
                <a:cubicBezTo>
                  <a:pt x="283726" y="609600"/>
                  <a:pt x="266700" y="592574"/>
                  <a:pt x="266700" y="571500"/>
                </a:cubicBezTo>
                <a:lnTo>
                  <a:pt x="266700" y="381000"/>
                </a:lnTo>
                <a:cubicBezTo>
                  <a:pt x="119420" y="381000"/>
                  <a:pt x="0" y="261580"/>
                  <a:pt x="0" y="114300"/>
                </a:cubicBezTo>
                <a:close/>
              </a:path>
            </a:pathLst>
          </a:custGeom>
          <a:solidFill>
            <a:srgbClr val="66BB6A"/>
          </a:solidFill>
          <a:ln/>
        </p:spPr>
      </p:sp>
      <p:sp>
        <p:nvSpPr>
          <p:cNvPr id="17" name="Text 15"/>
          <p:cNvSpPr/>
          <p:nvPr/>
        </p:nvSpPr>
        <p:spPr>
          <a:xfrm>
            <a:off x="7048500" y="4254500"/>
            <a:ext cx="241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Swaying Grass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85000" y="4699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Vegetation, leaves, vines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906000" y="3238500"/>
            <a:ext cx="2794000" cy="2159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20" name="Shape 18"/>
          <p:cNvSpPr/>
          <p:nvPr/>
        </p:nvSpPr>
        <p:spPr>
          <a:xfrm>
            <a:off x="10871200" y="3492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38946" y="40243"/>
                </a:moveTo>
                <a:cubicBezTo>
                  <a:pt x="144304" y="32980"/>
                  <a:pt x="152876" y="28575"/>
                  <a:pt x="161925" y="28575"/>
                </a:cubicBezTo>
                <a:lnTo>
                  <a:pt x="447675" y="28575"/>
                </a:lnTo>
                <a:cubicBezTo>
                  <a:pt x="456724" y="28575"/>
                  <a:pt x="465296" y="32861"/>
                  <a:pt x="470654" y="40243"/>
                </a:cubicBezTo>
                <a:lnTo>
                  <a:pt x="604004" y="221218"/>
                </a:lnTo>
                <a:cubicBezTo>
                  <a:pt x="612100" y="232172"/>
                  <a:pt x="611267" y="247293"/>
                  <a:pt x="602218" y="257413"/>
                </a:cubicBezTo>
                <a:lnTo>
                  <a:pt x="325993" y="562213"/>
                </a:lnTo>
                <a:cubicBezTo>
                  <a:pt x="320635" y="568166"/>
                  <a:pt x="312896" y="571619"/>
                  <a:pt x="304800" y="571619"/>
                </a:cubicBezTo>
                <a:cubicBezTo>
                  <a:pt x="296704" y="571619"/>
                  <a:pt x="289084" y="568166"/>
                  <a:pt x="283607" y="562213"/>
                </a:cubicBezTo>
                <a:lnTo>
                  <a:pt x="7382" y="257413"/>
                </a:lnTo>
                <a:cubicBezTo>
                  <a:pt x="-1786" y="247293"/>
                  <a:pt x="-2500" y="232172"/>
                  <a:pt x="5596" y="221218"/>
                </a:cubicBezTo>
                <a:lnTo>
                  <a:pt x="138946" y="40243"/>
                </a:lnTo>
                <a:close/>
                <a:moveTo>
                  <a:pt x="184785" y="87630"/>
                </a:moveTo>
                <a:cubicBezTo>
                  <a:pt x="180856" y="90607"/>
                  <a:pt x="179784" y="95964"/>
                  <a:pt x="182285" y="100132"/>
                </a:cubicBezTo>
                <a:lnTo>
                  <a:pt x="250627" y="214074"/>
                </a:lnTo>
                <a:lnTo>
                  <a:pt x="75367" y="228600"/>
                </a:lnTo>
                <a:cubicBezTo>
                  <a:pt x="70485" y="228957"/>
                  <a:pt x="66675" y="233124"/>
                  <a:pt x="66675" y="238125"/>
                </a:cubicBezTo>
                <a:cubicBezTo>
                  <a:pt x="66675" y="243126"/>
                  <a:pt x="70485" y="247174"/>
                  <a:pt x="75367" y="247650"/>
                </a:cubicBezTo>
                <a:lnTo>
                  <a:pt x="303967" y="266700"/>
                </a:lnTo>
                <a:cubicBezTo>
                  <a:pt x="304443" y="266700"/>
                  <a:pt x="305038" y="266700"/>
                  <a:pt x="305514" y="266700"/>
                </a:cubicBezTo>
                <a:lnTo>
                  <a:pt x="534114" y="247650"/>
                </a:lnTo>
                <a:cubicBezTo>
                  <a:pt x="538996" y="247293"/>
                  <a:pt x="542806" y="243126"/>
                  <a:pt x="542806" y="238125"/>
                </a:cubicBezTo>
                <a:cubicBezTo>
                  <a:pt x="542806" y="233124"/>
                  <a:pt x="538996" y="229076"/>
                  <a:pt x="534114" y="228600"/>
                </a:cubicBezTo>
                <a:lnTo>
                  <a:pt x="358854" y="213955"/>
                </a:lnTo>
                <a:lnTo>
                  <a:pt x="427196" y="100132"/>
                </a:lnTo>
                <a:cubicBezTo>
                  <a:pt x="429697" y="95964"/>
                  <a:pt x="428625" y="90488"/>
                  <a:pt x="424696" y="87630"/>
                </a:cubicBezTo>
                <a:cubicBezTo>
                  <a:pt x="420767" y="84772"/>
                  <a:pt x="415290" y="85249"/>
                  <a:pt x="411956" y="88821"/>
                </a:cubicBezTo>
                <a:lnTo>
                  <a:pt x="304800" y="205026"/>
                </a:lnTo>
                <a:lnTo>
                  <a:pt x="197525" y="88821"/>
                </a:lnTo>
                <a:cubicBezTo>
                  <a:pt x="194191" y="85249"/>
                  <a:pt x="188714" y="84772"/>
                  <a:pt x="184785" y="87630"/>
                </a:cubicBez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096500" y="4254500"/>
            <a:ext cx="241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Sparkling Loot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33000" y="4699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Treasure, crystals, power-ups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954000" y="3238500"/>
            <a:ext cx="2540000" cy="2159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24" name="Shape 22"/>
          <p:cNvSpPr/>
          <p:nvPr/>
        </p:nvSpPr>
        <p:spPr>
          <a:xfrm>
            <a:off x="13830300" y="34925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313611" y="-32147"/>
                </a:moveTo>
                <a:lnTo>
                  <a:pt x="331232" y="11668"/>
                </a:lnTo>
                <a:lnTo>
                  <a:pt x="375047" y="29289"/>
                </a:lnTo>
                <a:cubicBezTo>
                  <a:pt x="378619" y="30718"/>
                  <a:pt x="381000" y="34290"/>
                  <a:pt x="381000" y="38100"/>
                </a:cubicBezTo>
                <a:cubicBezTo>
                  <a:pt x="381000" y="41910"/>
                  <a:pt x="378619" y="45482"/>
                  <a:pt x="375047" y="46911"/>
                </a:cubicBezTo>
                <a:lnTo>
                  <a:pt x="331232" y="64532"/>
                </a:lnTo>
                <a:lnTo>
                  <a:pt x="313611" y="108347"/>
                </a:lnTo>
                <a:cubicBezTo>
                  <a:pt x="312182" y="111919"/>
                  <a:pt x="308610" y="114300"/>
                  <a:pt x="304800" y="114300"/>
                </a:cubicBezTo>
                <a:cubicBezTo>
                  <a:pt x="300990" y="114300"/>
                  <a:pt x="297418" y="111919"/>
                  <a:pt x="295989" y="108347"/>
                </a:cubicBezTo>
                <a:lnTo>
                  <a:pt x="278368" y="64532"/>
                </a:lnTo>
                <a:lnTo>
                  <a:pt x="234553" y="46911"/>
                </a:lnTo>
                <a:cubicBezTo>
                  <a:pt x="230981" y="45482"/>
                  <a:pt x="228600" y="41910"/>
                  <a:pt x="228600" y="38100"/>
                </a:cubicBezTo>
                <a:cubicBezTo>
                  <a:pt x="228600" y="34290"/>
                  <a:pt x="230981" y="30718"/>
                  <a:pt x="234553" y="29289"/>
                </a:cubicBezTo>
                <a:lnTo>
                  <a:pt x="278368" y="11668"/>
                </a:lnTo>
                <a:lnTo>
                  <a:pt x="295989" y="-32147"/>
                </a:lnTo>
                <a:cubicBezTo>
                  <a:pt x="297418" y="-35719"/>
                  <a:pt x="300990" y="-38100"/>
                  <a:pt x="304800" y="-38100"/>
                </a:cubicBezTo>
                <a:cubicBezTo>
                  <a:pt x="308610" y="-38100"/>
                  <a:pt x="312182" y="-35719"/>
                  <a:pt x="313611" y="-32147"/>
                </a:cubicBezTo>
                <a:close/>
                <a:moveTo>
                  <a:pt x="131802" y="49649"/>
                </a:moveTo>
                <a:lnTo>
                  <a:pt x="157401" y="109299"/>
                </a:lnTo>
                <a:lnTo>
                  <a:pt x="217051" y="134898"/>
                </a:lnTo>
                <a:cubicBezTo>
                  <a:pt x="224076" y="137874"/>
                  <a:pt x="228600" y="144780"/>
                  <a:pt x="228600" y="152400"/>
                </a:cubicBezTo>
                <a:cubicBezTo>
                  <a:pt x="228600" y="160020"/>
                  <a:pt x="224076" y="166926"/>
                  <a:pt x="217051" y="169902"/>
                </a:cubicBezTo>
                <a:lnTo>
                  <a:pt x="157401" y="195501"/>
                </a:lnTo>
                <a:lnTo>
                  <a:pt x="131802" y="255151"/>
                </a:lnTo>
                <a:cubicBezTo>
                  <a:pt x="128826" y="262176"/>
                  <a:pt x="121920" y="266700"/>
                  <a:pt x="114300" y="266700"/>
                </a:cubicBezTo>
                <a:cubicBezTo>
                  <a:pt x="106680" y="266700"/>
                  <a:pt x="99774" y="262176"/>
                  <a:pt x="96798" y="255151"/>
                </a:cubicBezTo>
                <a:lnTo>
                  <a:pt x="71199" y="195501"/>
                </a:lnTo>
                <a:lnTo>
                  <a:pt x="11549" y="169902"/>
                </a:lnTo>
                <a:cubicBezTo>
                  <a:pt x="4524" y="166926"/>
                  <a:pt x="0" y="160020"/>
                  <a:pt x="0" y="152400"/>
                </a:cubicBezTo>
                <a:cubicBezTo>
                  <a:pt x="0" y="144780"/>
                  <a:pt x="4524" y="137874"/>
                  <a:pt x="11549" y="134898"/>
                </a:cubicBezTo>
                <a:lnTo>
                  <a:pt x="71199" y="109299"/>
                </a:lnTo>
                <a:lnTo>
                  <a:pt x="96798" y="49649"/>
                </a:lnTo>
                <a:cubicBezTo>
                  <a:pt x="99774" y="42624"/>
                  <a:pt x="106680" y="38100"/>
                  <a:pt x="114300" y="38100"/>
                </a:cubicBezTo>
                <a:cubicBezTo>
                  <a:pt x="121920" y="38100"/>
                  <a:pt x="128826" y="42624"/>
                  <a:pt x="131802" y="49649"/>
                </a:cubicBezTo>
                <a:close/>
                <a:moveTo>
                  <a:pt x="552450" y="361950"/>
                </a:moveTo>
                <a:cubicBezTo>
                  <a:pt x="560070" y="361950"/>
                  <a:pt x="566976" y="366474"/>
                  <a:pt x="569952" y="373499"/>
                </a:cubicBezTo>
                <a:lnTo>
                  <a:pt x="595551" y="433149"/>
                </a:lnTo>
                <a:lnTo>
                  <a:pt x="655201" y="458748"/>
                </a:lnTo>
                <a:cubicBezTo>
                  <a:pt x="662226" y="461724"/>
                  <a:pt x="666750" y="468630"/>
                  <a:pt x="666750" y="476250"/>
                </a:cubicBezTo>
                <a:cubicBezTo>
                  <a:pt x="666750" y="483870"/>
                  <a:pt x="662226" y="490776"/>
                  <a:pt x="655201" y="493752"/>
                </a:cubicBezTo>
                <a:lnTo>
                  <a:pt x="595551" y="519351"/>
                </a:lnTo>
                <a:lnTo>
                  <a:pt x="569952" y="579001"/>
                </a:lnTo>
                <a:cubicBezTo>
                  <a:pt x="566976" y="586026"/>
                  <a:pt x="560070" y="590550"/>
                  <a:pt x="552450" y="590550"/>
                </a:cubicBezTo>
                <a:cubicBezTo>
                  <a:pt x="544830" y="590550"/>
                  <a:pt x="537924" y="586026"/>
                  <a:pt x="534948" y="579001"/>
                </a:cubicBezTo>
                <a:lnTo>
                  <a:pt x="509349" y="519351"/>
                </a:lnTo>
                <a:lnTo>
                  <a:pt x="449699" y="493752"/>
                </a:lnTo>
                <a:cubicBezTo>
                  <a:pt x="442674" y="490776"/>
                  <a:pt x="438150" y="483870"/>
                  <a:pt x="438150" y="476250"/>
                </a:cubicBezTo>
                <a:cubicBezTo>
                  <a:pt x="438150" y="468630"/>
                  <a:pt x="442674" y="461724"/>
                  <a:pt x="449699" y="458748"/>
                </a:cubicBezTo>
                <a:lnTo>
                  <a:pt x="509349" y="433149"/>
                </a:lnTo>
                <a:lnTo>
                  <a:pt x="534948" y="373499"/>
                </a:lnTo>
                <a:cubicBezTo>
                  <a:pt x="537924" y="366474"/>
                  <a:pt x="544830" y="361950"/>
                  <a:pt x="552450" y="361950"/>
                </a:cubicBezTo>
                <a:close/>
                <a:moveTo>
                  <a:pt x="547688" y="0"/>
                </a:moveTo>
                <a:cubicBezTo>
                  <a:pt x="560784" y="0"/>
                  <a:pt x="573405" y="5239"/>
                  <a:pt x="582811" y="14526"/>
                </a:cubicBezTo>
                <a:lnTo>
                  <a:pt x="633174" y="64889"/>
                </a:lnTo>
                <a:cubicBezTo>
                  <a:pt x="642461" y="74295"/>
                  <a:pt x="647700" y="86916"/>
                  <a:pt x="647700" y="100013"/>
                </a:cubicBezTo>
                <a:cubicBezTo>
                  <a:pt x="647700" y="113109"/>
                  <a:pt x="642461" y="125730"/>
                  <a:pt x="633174" y="135136"/>
                </a:cubicBezTo>
                <a:lnTo>
                  <a:pt x="528161" y="240149"/>
                </a:lnTo>
                <a:lnTo>
                  <a:pt x="407551" y="119539"/>
                </a:lnTo>
                <a:lnTo>
                  <a:pt x="512564" y="14526"/>
                </a:lnTo>
                <a:cubicBezTo>
                  <a:pt x="521970" y="5239"/>
                  <a:pt x="534591" y="0"/>
                  <a:pt x="547688" y="0"/>
                </a:cubicBezTo>
                <a:close/>
                <a:moveTo>
                  <a:pt x="52626" y="474464"/>
                </a:moveTo>
                <a:lnTo>
                  <a:pt x="367189" y="159901"/>
                </a:lnTo>
                <a:lnTo>
                  <a:pt x="487799" y="280511"/>
                </a:lnTo>
                <a:lnTo>
                  <a:pt x="173236" y="595074"/>
                </a:lnTo>
                <a:cubicBezTo>
                  <a:pt x="163830" y="604361"/>
                  <a:pt x="151209" y="609600"/>
                  <a:pt x="138113" y="609600"/>
                </a:cubicBezTo>
                <a:cubicBezTo>
                  <a:pt x="125016" y="609600"/>
                  <a:pt x="112395" y="604361"/>
                  <a:pt x="102989" y="595074"/>
                </a:cubicBezTo>
                <a:lnTo>
                  <a:pt x="52626" y="544711"/>
                </a:lnTo>
                <a:cubicBezTo>
                  <a:pt x="43339" y="535305"/>
                  <a:pt x="38100" y="522684"/>
                  <a:pt x="38100" y="509588"/>
                </a:cubicBezTo>
                <a:cubicBezTo>
                  <a:pt x="38100" y="496491"/>
                  <a:pt x="43339" y="483870"/>
                  <a:pt x="52626" y="474464"/>
                </a:cubicBezTo>
                <a:close/>
              </a:path>
            </a:pathLst>
          </a:custGeom>
          <a:solidFill>
            <a:srgbClr val="AB47BC"/>
          </a:solidFill>
          <a:ln/>
        </p:spPr>
      </p:sp>
      <p:sp>
        <p:nvSpPr>
          <p:cNvPr id="25" name="Text 23"/>
          <p:cNvSpPr/>
          <p:nvPr/>
        </p:nvSpPr>
        <p:spPr>
          <a:xfrm>
            <a:off x="13081000" y="42545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Magic Effects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017500" y="4699000"/>
            <a:ext cx="241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Portals, runes, auras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5778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7C5CFF">
              <a:alpha val="8235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101725" y="6070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29" name="Text 27"/>
          <p:cNvSpPr/>
          <p:nvPr/>
        </p:nvSpPr>
        <p:spPr>
          <a:xfrm>
            <a:off x="1651000" y="5905500"/>
            <a:ext cx="134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Performance advantage: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Animated Tiles are handled by the Tilemap renderer, not individual Animation components — much more efficient for large environments.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31" name="Text 29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Animated Tiles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14500"/>
            <a:ext cx="508000" cy="5080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14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0500" y="1714500"/>
            <a:ext cx="622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Create the asset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Assets &gt; Create &gt; Tiles &gt; Animated Tile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2730500"/>
            <a:ext cx="508000" cy="5080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2730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0500" y="2730500"/>
            <a:ext cx="622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Assign sprites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Add your animation frames to the sprite array in order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3746500"/>
            <a:ext cx="508000" cy="508000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3746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0500" y="3746500"/>
            <a:ext cx="622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Set speed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Configure Min and Max animation speed values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4762500"/>
            <a:ext cx="508000" cy="508000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4762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0500" y="4762500"/>
            <a:ext cx="622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Set start time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Control animation synchronization across tiles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5778500"/>
            <a:ext cx="508000" cy="5080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5778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0500" y="5778500"/>
            <a:ext cx="622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Paint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Use the Animated Tile on your Tilemap like any other tile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382000" y="1714500"/>
            <a:ext cx="7112000" cy="5080000"/>
          </a:xfrm>
          <a:prstGeom prst="roundRect">
            <a:avLst>
              <a:gd name="adj" fmla="val 8000"/>
            </a:avLst>
          </a:prstGeom>
          <a:solidFill>
            <a:srgbClr val="252A3A"/>
          </a:solidFill>
          <a:ln/>
        </p:spPr>
      </p:sp>
      <p:sp>
        <p:nvSpPr>
          <p:cNvPr id="21" name="Shape 19"/>
          <p:cNvSpPr/>
          <p:nvPr/>
        </p:nvSpPr>
        <p:spPr>
          <a:xfrm>
            <a:off x="8820150" y="2095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00E5C7"/>
          </a:solidFill>
          <a:ln/>
        </p:spPr>
      </p:sp>
      <p:sp>
        <p:nvSpPr>
          <p:cNvPr id="22" name="Text 20"/>
          <p:cNvSpPr/>
          <p:nvPr/>
        </p:nvSpPr>
        <p:spPr>
          <a:xfrm>
            <a:off x="9398000" y="20955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 Tips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63000" y="2794000"/>
            <a:ext cx="6350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the </a:t>
            </a: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same Start Time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all tiles of the same type to keep animations perfectly synchronized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Vary Start Time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across tiles for a more natural, organic feel (great for grass and water)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Keep sprite counts </a:t>
            </a: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low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(2-4 frames) for optimal Tilemap rendering performance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Combine with </a:t>
            </a: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Rule Tiles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animated edges and borders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5" name="Text 23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15 — 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00E5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780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252A3A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905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7C5C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78000" y="1968500"/>
            <a:ext cx="584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Tilemaps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provide a grid-based system for efficient 2D level construction with automatic batching and physics integration.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17780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252A3A"/>
          </a:solidFill>
          <a:ln/>
        </p:spPr>
      </p:sp>
      <p:sp>
        <p:nvSpPr>
          <p:cNvPr id="9" name="Text 7"/>
          <p:cNvSpPr/>
          <p:nvPr/>
        </p:nvSpPr>
        <p:spPr>
          <a:xfrm>
            <a:off x="8636000" y="1905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7C5C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98000" y="1968500"/>
            <a:ext cx="584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Tile Palette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your primary painting tool — organize tiles, switch between tools, and paint directly in the Scene view.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36195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252A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3746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00E5C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78000" y="3810000"/>
            <a:ext cx="584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Rule Tiles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automate sprite selection based on neighbor conditions — no more manual corner and edge placement.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382000" y="36195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25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36000" y="3746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00E5C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98000" y="3810000"/>
            <a:ext cx="584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Animated Tiles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add dynamic visual effects to static Tilemaps efficiently through the Tilemap renderer.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5588000"/>
            <a:ext cx="14732000" cy="1270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rgbClr val="7C5CFF">
                  <a:alpha val="19000"/>
                </a:srgbClr>
              </a:gs>
              <a:gs pos="100000">
                <a:srgbClr val="00E5C7">
                  <a:alpha val="13000"/>
                </a:srgbClr>
              </a:gs>
            </a:gsLst>
            <a:lin ang="0" scaled="1"/>
          </a:gradFill>
          <a:ln/>
        </p:spPr>
      </p:sp>
      <p:sp>
        <p:nvSpPr>
          <p:cNvPr id="18" name="Shape 16"/>
          <p:cNvSpPr/>
          <p:nvPr/>
        </p:nvSpPr>
        <p:spPr>
          <a:xfrm>
            <a:off x="1143000" y="5905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00E5C7"/>
          </a:solidFill>
          <a:ln/>
        </p:spPr>
      </p:sp>
      <p:sp>
        <p:nvSpPr>
          <p:cNvPr id="19" name="Text 17"/>
          <p:cNvSpPr/>
          <p:nvPr/>
        </p:nvSpPr>
        <p:spPr>
          <a:xfrm>
            <a:off x="1905000" y="5778500"/>
            <a:ext cx="1320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Together, these tools form a </a:t>
            </a:r>
            <a:r>
              <a:rPr lang="en-US" sz="18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powerful workflow</a:t>
            </a:r>
            <a:r>
              <a:rPr lang="en-US" sz="18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rapid 2D level prototyping and production — from concept to playable level in minutes.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000" y="7302500"/>
            <a:ext cx="14732000" cy="762000"/>
          </a:xfrm>
          <a:prstGeom prst="roundRect">
            <a:avLst>
              <a:gd name="adj" fmla="val 6000"/>
            </a:avLst>
          </a:prstGeom>
          <a:solidFill>
            <a:srgbClr val="252A3A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7366000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i="1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Up next: Lecture 16 — Player Setup, Input System, Canvases &amp; Level Design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gradFill flip="none" rotWithShape="1">
            <a:gsLst>
              <a:gs pos="0">
                <a:srgbClr val="7C5CFF"/>
              </a:gs>
              <a:gs pos="100000">
                <a:srgbClr val="00E5C7"/>
              </a:gs>
            </a:gsLst>
            <a:lin ang="0" scaled="1"/>
          </a:gradFill>
          <a:ln/>
        </p:spPr>
      </p:sp>
      <p:sp>
        <p:nvSpPr>
          <p:cNvPr id="23" name="Text 21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udbol2uio32n6/mnt/agents/output/week8_tilemaps/images/1_999_Dark_Code_Pictures_Download_Free.png"/>
          <p:cNvPicPr>
            <a:picLocks noChangeAspect="1"/>
          </p:cNvPicPr>
          <p:nvPr/>
        </p:nvPicPr>
        <p:blipFill>
          <a:blip r:embed="rId3"/>
          <a:srcRect t="7834" b="7834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A1D29">
                  <a:alpha val="95000"/>
                </a:srgbClr>
              </a:gs>
              <a:gs pos="55000">
                <a:srgbClr val="1A1D29">
                  <a:alpha val="90000"/>
                </a:srgbClr>
              </a:gs>
              <a:gs pos="100000">
                <a:srgbClr val="1A1D29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00E5C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619500"/>
            <a:ext cx="1016000" cy="508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8735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800" kern="0" spc="3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16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62000" y="47625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8A91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Player Setup, Input System, Canvases &amp; Level Design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62000" y="5588000"/>
            <a:ext cx="1143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Combining Rules &amp; Animation </a:t>
            </a: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Player Physics &amp; Input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Canvases &amp; UI Components </a:t>
            </a: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Level Setup &amp; Design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gradFill flip="none" rotWithShape="1">
            <a:gsLst>
              <a:gs pos="0">
                <a:srgbClr val="7C5CFF"/>
              </a:gs>
              <a:gs pos="100000">
                <a:srgbClr val="00E5C7"/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Combining Rules and Animation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875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Animated Rule Tiles</a:t>
            </a: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combine the power of both systems — Rule Tiles that output </a:t>
            </a:r>
            <a:r>
              <a:rPr lang="en-US" sz="18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animated sequences</a:t>
            </a: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instead of static sprites. This enables complex, adaptive visual behaviors.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66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kern="0" spc="200" dirty="0">
                <a:solidFill>
                  <a:srgbClr val="7C5C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PRACTICAL EXAMPLES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238500"/>
            <a:ext cx="4699000" cy="2540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8" name="Shape 6"/>
          <p:cNvSpPr/>
          <p:nvPr/>
        </p:nvSpPr>
        <p:spPr>
          <a:xfrm>
            <a:off x="1079500" y="355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66653" y="110817"/>
                </a:moveTo>
                <a:cubicBezTo>
                  <a:pt x="385137" y="124748"/>
                  <a:pt x="407730" y="138232"/>
                  <a:pt x="432911" y="141625"/>
                </a:cubicBezTo>
                <a:cubicBezTo>
                  <a:pt x="444609" y="143232"/>
                  <a:pt x="455414" y="134928"/>
                  <a:pt x="457021" y="123230"/>
                </a:cubicBezTo>
                <a:cubicBezTo>
                  <a:pt x="458629" y="111532"/>
                  <a:pt x="450324" y="100727"/>
                  <a:pt x="438626" y="99120"/>
                </a:cubicBezTo>
                <a:cubicBezTo>
                  <a:pt x="424428" y="97244"/>
                  <a:pt x="408980" y="89029"/>
                  <a:pt x="392460" y="76617"/>
                </a:cubicBezTo>
                <a:cubicBezTo>
                  <a:pt x="358170" y="50721"/>
                  <a:pt x="311646" y="50721"/>
                  <a:pt x="277267" y="76617"/>
                </a:cubicBezTo>
                <a:cubicBezTo>
                  <a:pt x="255836" y="92779"/>
                  <a:pt x="240923" y="100102"/>
                  <a:pt x="228600" y="100102"/>
                </a:cubicBezTo>
                <a:cubicBezTo>
                  <a:pt x="216277" y="100102"/>
                  <a:pt x="201364" y="92779"/>
                  <a:pt x="179933" y="76617"/>
                </a:cubicBezTo>
                <a:cubicBezTo>
                  <a:pt x="145643" y="50721"/>
                  <a:pt x="99120" y="50721"/>
                  <a:pt x="64740" y="76617"/>
                </a:cubicBezTo>
                <a:cubicBezTo>
                  <a:pt x="48220" y="89029"/>
                  <a:pt x="32772" y="97244"/>
                  <a:pt x="18574" y="99120"/>
                </a:cubicBezTo>
                <a:cubicBezTo>
                  <a:pt x="6876" y="100727"/>
                  <a:pt x="-1429" y="111443"/>
                  <a:pt x="179" y="123230"/>
                </a:cubicBezTo>
                <a:cubicBezTo>
                  <a:pt x="1786" y="135017"/>
                  <a:pt x="12502" y="143232"/>
                  <a:pt x="24289" y="141625"/>
                </a:cubicBezTo>
                <a:cubicBezTo>
                  <a:pt x="49470" y="138232"/>
                  <a:pt x="72152" y="124748"/>
                  <a:pt x="90547" y="110817"/>
                </a:cubicBezTo>
                <a:cubicBezTo>
                  <a:pt x="109567" y="96441"/>
                  <a:pt x="135106" y="96441"/>
                  <a:pt x="154126" y="110817"/>
                </a:cubicBezTo>
                <a:cubicBezTo>
                  <a:pt x="175736" y="127159"/>
                  <a:pt x="200829" y="142875"/>
                  <a:pt x="228600" y="142875"/>
                </a:cubicBezTo>
                <a:cubicBezTo>
                  <a:pt x="256371" y="142875"/>
                  <a:pt x="281374" y="127069"/>
                  <a:pt x="303074" y="110817"/>
                </a:cubicBezTo>
                <a:cubicBezTo>
                  <a:pt x="322094" y="96441"/>
                  <a:pt x="347633" y="96441"/>
                  <a:pt x="366653" y="110817"/>
                </a:cubicBezTo>
                <a:close/>
                <a:moveTo>
                  <a:pt x="366653" y="239405"/>
                </a:moveTo>
                <a:cubicBezTo>
                  <a:pt x="385137" y="253335"/>
                  <a:pt x="407730" y="266819"/>
                  <a:pt x="432911" y="270212"/>
                </a:cubicBezTo>
                <a:cubicBezTo>
                  <a:pt x="444609" y="271820"/>
                  <a:pt x="455414" y="263515"/>
                  <a:pt x="457021" y="251817"/>
                </a:cubicBezTo>
                <a:cubicBezTo>
                  <a:pt x="458629" y="240119"/>
                  <a:pt x="450324" y="229314"/>
                  <a:pt x="438626" y="227707"/>
                </a:cubicBezTo>
                <a:cubicBezTo>
                  <a:pt x="424428" y="225832"/>
                  <a:pt x="408980" y="217616"/>
                  <a:pt x="392460" y="205204"/>
                </a:cubicBezTo>
                <a:cubicBezTo>
                  <a:pt x="358170" y="179308"/>
                  <a:pt x="311646" y="179308"/>
                  <a:pt x="277267" y="205204"/>
                </a:cubicBezTo>
                <a:cubicBezTo>
                  <a:pt x="255836" y="221367"/>
                  <a:pt x="240923" y="228689"/>
                  <a:pt x="228600" y="228689"/>
                </a:cubicBezTo>
                <a:cubicBezTo>
                  <a:pt x="216277" y="228689"/>
                  <a:pt x="201364" y="221367"/>
                  <a:pt x="179933" y="205204"/>
                </a:cubicBezTo>
                <a:cubicBezTo>
                  <a:pt x="145643" y="179308"/>
                  <a:pt x="99120" y="179308"/>
                  <a:pt x="64740" y="205204"/>
                </a:cubicBezTo>
                <a:cubicBezTo>
                  <a:pt x="48220" y="217616"/>
                  <a:pt x="32772" y="225832"/>
                  <a:pt x="18574" y="227707"/>
                </a:cubicBezTo>
                <a:cubicBezTo>
                  <a:pt x="6876" y="229225"/>
                  <a:pt x="-1429" y="240030"/>
                  <a:pt x="179" y="251817"/>
                </a:cubicBezTo>
                <a:cubicBezTo>
                  <a:pt x="1786" y="263604"/>
                  <a:pt x="12502" y="271820"/>
                  <a:pt x="24289" y="270212"/>
                </a:cubicBezTo>
                <a:cubicBezTo>
                  <a:pt x="49470" y="266819"/>
                  <a:pt x="72152" y="253335"/>
                  <a:pt x="90547" y="239405"/>
                </a:cubicBezTo>
                <a:cubicBezTo>
                  <a:pt x="109567" y="225028"/>
                  <a:pt x="135106" y="225028"/>
                  <a:pt x="154126" y="239405"/>
                </a:cubicBezTo>
                <a:cubicBezTo>
                  <a:pt x="175736" y="255746"/>
                  <a:pt x="200829" y="271463"/>
                  <a:pt x="228600" y="271463"/>
                </a:cubicBezTo>
                <a:cubicBezTo>
                  <a:pt x="256371" y="271463"/>
                  <a:pt x="281374" y="255657"/>
                  <a:pt x="303074" y="239405"/>
                </a:cubicBezTo>
                <a:cubicBezTo>
                  <a:pt x="322094" y="225028"/>
                  <a:pt x="347633" y="225028"/>
                  <a:pt x="366653" y="239405"/>
                </a:cubicBezTo>
                <a:close/>
                <a:moveTo>
                  <a:pt x="303074" y="367992"/>
                </a:moveTo>
                <a:cubicBezTo>
                  <a:pt x="322094" y="353616"/>
                  <a:pt x="347633" y="353616"/>
                  <a:pt x="366653" y="367992"/>
                </a:cubicBezTo>
                <a:cubicBezTo>
                  <a:pt x="385137" y="381923"/>
                  <a:pt x="407730" y="395407"/>
                  <a:pt x="432911" y="398800"/>
                </a:cubicBezTo>
                <a:cubicBezTo>
                  <a:pt x="444609" y="400407"/>
                  <a:pt x="455414" y="392103"/>
                  <a:pt x="457021" y="380405"/>
                </a:cubicBezTo>
                <a:cubicBezTo>
                  <a:pt x="458629" y="368707"/>
                  <a:pt x="450324" y="357902"/>
                  <a:pt x="438626" y="356295"/>
                </a:cubicBezTo>
                <a:cubicBezTo>
                  <a:pt x="424428" y="354419"/>
                  <a:pt x="408980" y="346204"/>
                  <a:pt x="392460" y="333792"/>
                </a:cubicBezTo>
                <a:cubicBezTo>
                  <a:pt x="358170" y="307896"/>
                  <a:pt x="311646" y="307896"/>
                  <a:pt x="277267" y="333792"/>
                </a:cubicBezTo>
                <a:cubicBezTo>
                  <a:pt x="255836" y="349954"/>
                  <a:pt x="240923" y="357277"/>
                  <a:pt x="228600" y="357277"/>
                </a:cubicBezTo>
                <a:cubicBezTo>
                  <a:pt x="216277" y="357277"/>
                  <a:pt x="201364" y="349954"/>
                  <a:pt x="179933" y="333792"/>
                </a:cubicBezTo>
                <a:cubicBezTo>
                  <a:pt x="145643" y="307896"/>
                  <a:pt x="99120" y="307896"/>
                  <a:pt x="64740" y="333792"/>
                </a:cubicBezTo>
                <a:cubicBezTo>
                  <a:pt x="48220" y="346204"/>
                  <a:pt x="32772" y="354419"/>
                  <a:pt x="18574" y="356295"/>
                </a:cubicBezTo>
                <a:cubicBezTo>
                  <a:pt x="6876" y="357902"/>
                  <a:pt x="-1429" y="368618"/>
                  <a:pt x="179" y="380405"/>
                </a:cubicBezTo>
                <a:cubicBezTo>
                  <a:pt x="1786" y="392192"/>
                  <a:pt x="12502" y="400407"/>
                  <a:pt x="24289" y="398800"/>
                </a:cubicBezTo>
                <a:cubicBezTo>
                  <a:pt x="49470" y="395407"/>
                  <a:pt x="72152" y="381923"/>
                  <a:pt x="90547" y="367992"/>
                </a:cubicBezTo>
                <a:cubicBezTo>
                  <a:pt x="109567" y="353616"/>
                  <a:pt x="135106" y="353616"/>
                  <a:pt x="154126" y="367992"/>
                </a:cubicBezTo>
                <a:cubicBezTo>
                  <a:pt x="175736" y="384334"/>
                  <a:pt x="200829" y="400050"/>
                  <a:pt x="228600" y="400050"/>
                </a:cubicBezTo>
                <a:cubicBezTo>
                  <a:pt x="256371" y="400050"/>
                  <a:pt x="281374" y="384244"/>
                  <a:pt x="303074" y="367992"/>
                </a:cubicBezTo>
                <a:close/>
              </a:path>
            </a:pathLst>
          </a:custGeom>
          <a:solidFill>
            <a:srgbClr val="4FC3F7"/>
          </a:solidFill>
          <a:ln/>
        </p:spPr>
      </p:sp>
      <p:sp>
        <p:nvSpPr>
          <p:cNvPr id="9" name="Text 7"/>
          <p:cNvSpPr/>
          <p:nvPr/>
        </p:nvSpPr>
        <p:spPr>
          <a:xfrm>
            <a:off x="1714500" y="35560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Adaptive Water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9500" y="4191000"/>
            <a:ext cx="40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Animated water that adapts its edge sprites based on surrounding terrain — shorelines, corners, and deep water all flow differently.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778500" y="3238500"/>
            <a:ext cx="4699000" cy="2540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2" name="Shape 10"/>
          <p:cNvSpPr/>
          <p:nvPr/>
        </p:nvSpPr>
        <p:spPr>
          <a:xfrm>
            <a:off x="6153150" y="3556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37160" y="26700"/>
                </a:moveTo>
                <a:lnTo>
                  <a:pt x="151448" y="7680"/>
                </a:lnTo>
                <a:cubicBezTo>
                  <a:pt x="155019" y="2858"/>
                  <a:pt x="160734" y="0"/>
                  <a:pt x="166717" y="0"/>
                </a:cubicBezTo>
                <a:cubicBezTo>
                  <a:pt x="177165" y="0"/>
                  <a:pt x="185738" y="8573"/>
                  <a:pt x="185738" y="19020"/>
                </a:cubicBezTo>
                <a:lnTo>
                  <a:pt x="185738" y="38755"/>
                </a:lnTo>
                <a:cubicBezTo>
                  <a:pt x="185738" y="50453"/>
                  <a:pt x="190560" y="61704"/>
                  <a:pt x="199043" y="69741"/>
                </a:cubicBezTo>
                <a:lnTo>
                  <a:pt x="274677" y="141982"/>
                </a:lnTo>
                <a:cubicBezTo>
                  <a:pt x="318254" y="183594"/>
                  <a:pt x="342900" y="241280"/>
                  <a:pt x="342900" y="301556"/>
                </a:cubicBezTo>
                <a:cubicBezTo>
                  <a:pt x="342900" y="387548"/>
                  <a:pt x="273248" y="457200"/>
                  <a:pt x="187256" y="457200"/>
                </a:cubicBezTo>
                <a:lnTo>
                  <a:pt x="171450" y="457200"/>
                </a:lnTo>
                <a:cubicBezTo>
                  <a:pt x="76795" y="457200"/>
                  <a:pt x="0" y="380405"/>
                  <a:pt x="0" y="285750"/>
                </a:cubicBezTo>
                <a:lnTo>
                  <a:pt x="0" y="282357"/>
                </a:lnTo>
                <a:cubicBezTo>
                  <a:pt x="0" y="238780"/>
                  <a:pt x="17324" y="196989"/>
                  <a:pt x="48131" y="166181"/>
                </a:cubicBezTo>
                <a:lnTo>
                  <a:pt x="51256" y="163056"/>
                </a:lnTo>
                <a:cubicBezTo>
                  <a:pt x="55007" y="159306"/>
                  <a:pt x="60186" y="157163"/>
                  <a:pt x="65544" y="157163"/>
                </a:cubicBezTo>
                <a:cubicBezTo>
                  <a:pt x="76706" y="157163"/>
                  <a:pt x="85725" y="166181"/>
                  <a:pt x="85725" y="177344"/>
                </a:cubicBezTo>
                <a:lnTo>
                  <a:pt x="85725" y="257175"/>
                </a:lnTo>
                <a:cubicBezTo>
                  <a:pt x="85725" y="288697"/>
                  <a:pt x="111353" y="314325"/>
                  <a:pt x="142875" y="314325"/>
                </a:cubicBezTo>
                <a:cubicBezTo>
                  <a:pt x="174397" y="314325"/>
                  <a:pt x="200025" y="288697"/>
                  <a:pt x="200025" y="257175"/>
                </a:cubicBezTo>
                <a:lnTo>
                  <a:pt x="200025" y="253692"/>
                </a:lnTo>
                <a:cubicBezTo>
                  <a:pt x="200025" y="237619"/>
                  <a:pt x="193596" y="222171"/>
                  <a:pt x="182255" y="210830"/>
                </a:cubicBezTo>
                <a:lnTo>
                  <a:pt x="147786" y="176361"/>
                </a:lnTo>
                <a:cubicBezTo>
                  <a:pt x="126355" y="154930"/>
                  <a:pt x="114300" y="125730"/>
                  <a:pt x="114300" y="95369"/>
                </a:cubicBezTo>
                <a:cubicBezTo>
                  <a:pt x="114300" y="70634"/>
                  <a:pt x="122337" y="46434"/>
                  <a:pt x="137160" y="2670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6731000" y="35560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Wall Torches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6000" y="4191000"/>
            <a:ext cx="40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Flickering torches that automatically detect wall edges and orient their flames correctly — no manual placement needed.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795000" y="3238500"/>
            <a:ext cx="4699000" cy="2540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12500" y="355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57175" y="28575"/>
                </a:moveTo>
                <a:cubicBezTo>
                  <a:pt x="257175" y="44381"/>
                  <a:pt x="269944" y="57150"/>
                  <a:pt x="285750" y="57150"/>
                </a:cubicBezTo>
                <a:lnTo>
                  <a:pt x="321469" y="57150"/>
                </a:lnTo>
                <a:cubicBezTo>
                  <a:pt x="333345" y="57150"/>
                  <a:pt x="342900" y="66705"/>
                  <a:pt x="342900" y="78581"/>
                </a:cubicBezTo>
                <a:cubicBezTo>
                  <a:pt x="342900" y="90458"/>
                  <a:pt x="333345" y="100013"/>
                  <a:pt x="321469" y="100013"/>
                </a:cubicBezTo>
                <a:lnTo>
                  <a:pt x="28575" y="100013"/>
                </a:lnTo>
                <a:cubicBezTo>
                  <a:pt x="12769" y="100013"/>
                  <a:pt x="0" y="112782"/>
                  <a:pt x="0" y="128588"/>
                </a:cubicBezTo>
                <a:cubicBezTo>
                  <a:pt x="0" y="144393"/>
                  <a:pt x="12769" y="157163"/>
                  <a:pt x="28575" y="157163"/>
                </a:cubicBezTo>
                <a:lnTo>
                  <a:pt x="321469" y="157163"/>
                </a:lnTo>
                <a:cubicBezTo>
                  <a:pt x="364867" y="157163"/>
                  <a:pt x="400050" y="121980"/>
                  <a:pt x="400050" y="78581"/>
                </a:cubicBezTo>
                <a:cubicBezTo>
                  <a:pt x="400050" y="35183"/>
                  <a:pt x="364867" y="0"/>
                  <a:pt x="321469" y="0"/>
                </a:cubicBezTo>
                <a:lnTo>
                  <a:pt x="285750" y="0"/>
                </a:lnTo>
                <a:cubicBezTo>
                  <a:pt x="269944" y="0"/>
                  <a:pt x="257175" y="12769"/>
                  <a:pt x="257175" y="28575"/>
                </a:cubicBezTo>
                <a:close/>
                <a:moveTo>
                  <a:pt x="314325" y="342900"/>
                </a:moveTo>
                <a:cubicBezTo>
                  <a:pt x="314325" y="358706"/>
                  <a:pt x="327094" y="371475"/>
                  <a:pt x="342900" y="371475"/>
                </a:cubicBezTo>
                <a:lnTo>
                  <a:pt x="371475" y="371475"/>
                </a:lnTo>
                <a:cubicBezTo>
                  <a:pt x="418802" y="371475"/>
                  <a:pt x="457200" y="333077"/>
                  <a:pt x="457200" y="285750"/>
                </a:cubicBezTo>
                <a:cubicBezTo>
                  <a:pt x="457200" y="238423"/>
                  <a:pt x="418802" y="200025"/>
                  <a:pt x="371475" y="200025"/>
                </a:cubicBezTo>
                <a:lnTo>
                  <a:pt x="28575" y="200025"/>
                </a:ln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371475" y="257175"/>
                </a:lnTo>
                <a:cubicBezTo>
                  <a:pt x="387281" y="257175"/>
                  <a:pt x="400050" y="269944"/>
                  <a:pt x="400050" y="285750"/>
                </a:cubicBezTo>
                <a:cubicBezTo>
                  <a:pt x="400050" y="301556"/>
                  <a:pt x="387281" y="314325"/>
                  <a:pt x="371475" y="314325"/>
                </a:cubicBezTo>
                <a:lnTo>
                  <a:pt x="342900" y="314325"/>
                </a:lnTo>
                <a:cubicBezTo>
                  <a:pt x="327094" y="314325"/>
                  <a:pt x="314325" y="327094"/>
                  <a:pt x="314325" y="342900"/>
                </a:cubicBezTo>
                <a:close/>
                <a:moveTo>
                  <a:pt x="114300" y="457200"/>
                </a:moveTo>
                <a:lnTo>
                  <a:pt x="150019" y="457200"/>
                </a:lnTo>
                <a:cubicBezTo>
                  <a:pt x="193417" y="457200"/>
                  <a:pt x="228600" y="422017"/>
                  <a:pt x="228600" y="378619"/>
                </a:cubicBezTo>
                <a:cubicBezTo>
                  <a:pt x="228600" y="335220"/>
                  <a:pt x="193417" y="300038"/>
                  <a:pt x="150019" y="300038"/>
                </a:cubicBezTo>
                <a:lnTo>
                  <a:pt x="28575" y="300038"/>
                </a:lnTo>
                <a:cubicBezTo>
                  <a:pt x="12769" y="300038"/>
                  <a:pt x="0" y="312807"/>
                  <a:pt x="0" y="328613"/>
                </a:cubicBezTo>
                <a:cubicBezTo>
                  <a:pt x="0" y="344418"/>
                  <a:pt x="12769" y="357188"/>
                  <a:pt x="28575" y="357188"/>
                </a:cubicBezTo>
                <a:lnTo>
                  <a:pt x="150019" y="357188"/>
                </a:lnTo>
                <a:cubicBezTo>
                  <a:pt x="161895" y="357188"/>
                  <a:pt x="171450" y="366742"/>
                  <a:pt x="171450" y="378619"/>
                </a:cubicBezTo>
                <a:cubicBezTo>
                  <a:pt x="171450" y="390495"/>
                  <a:pt x="161895" y="400050"/>
                  <a:pt x="150019" y="400050"/>
                </a:cubicBezTo>
                <a:lnTo>
                  <a:pt x="114300" y="400050"/>
                </a:lnTo>
                <a:cubicBezTo>
                  <a:pt x="98494" y="400050"/>
                  <a:pt x="85725" y="412819"/>
                  <a:pt x="85725" y="428625"/>
                </a:cubicBezTo>
                <a:cubicBezTo>
                  <a:pt x="85725" y="444431"/>
                  <a:pt x="98494" y="457200"/>
                  <a:pt x="114300" y="457200"/>
                </a:cubicBezTo>
                <a:close/>
              </a:path>
            </a:pathLst>
          </a:custGeom>
          <a:solidFill>
            <a:srgbClr val="66BB6A"/>
          </a:solidFill>
          <a:ln/>
        </p:spPr>
      </p:sp>
      <p:sp>
        <p:nvSpPr>
          <p:cNvPr id="17" name="Text 15"/>
          <p:cNvSpPr/>
          <p:nvPr/>
        </p:nvSpPr>
        <p:spPr>
          <a:xfrm>
            <a:off x="11747500" y="35560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Border Grass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12500" y="4191000"/>
            <a:ext cx="40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Grass that sways differently at borders versus centers — creating a natural, organic feel across your entire level.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2000" y="6159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252A3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79500" y="6413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5503" y="6598"/>
                </a:moveTo>
                <a:cubicBezTo>
                  <a:pt x="137587" y="-3681"/>
                  <a:pt x="146685" y="-11112"/>
                  <a:pt x="157242" y="-11112"/>
                </a:cubicBezTo>
                <a:lnTo>
                  <a:pt x="198775" y="-11112"/>
                </a:lnTo>
                <a:cubicBezTo>
                  <a:pt x="209332" y="-11112"/>
                  <a:pt x="218430" y="-3681"/>
                  <a:pt x="220514" y="6598"/>
                </a:cubicBezTo>
                <a:lnTo>
                  <a:pt x="230584" y="55215"/>
                </a:lnTo>
                <a:cubicBezTo>
                  <a:pt x="240377" y="59382"/>
                  <a:pt x="249545" y="64730"/>
                  <a:pt x="257879" y="71051"/>
                </a:cubicBezTo>
                <a:lnTo>
                  <a:pt x="304969" y="55424"/>
                </a:lnTo>
                <a:cubicBezTo>
                  <a:pt x="314970" y="52090"/>
                  <a:pt x="325944" y="56257"/>
                  <a:pt x="331222" y="65425"/>
                </a:cubicBezTo>
                <a:lnTo>
                  <a:pt x="351988" y="101402"/>
                </a:lnTo>
                <a:cubicBezTo>
                  <a:pt x="357267" y="110569"/>
                  <a:pt x="355392" y="122099"/>
                  <a:pt x="347474" y="129113"/>
                </a:cubicBezTo>
                <a:lnTo>
                  <a:pt x="310455" y="162034"/>
                </a:lnTo>
                <a:cubicBezTo>
                  <a:pt x="311081" y="167174"/>
                  <a:pt x="311358" y="172452"/>
                  <a:pt x="311358" y="177800"/>
                </a:cubicBezTo>
                <a:cubicBezTo>
                  <a:pt x="311358" y="183148"/>
                  <a:pt x="311011" y="188426"/>
                  <a:pt x="310455" y="193566"/>
                </a:cubicBezTo>
                <a:lnTo>
                  <a:pt x="347543" y="226556"/>
                </a:lnTo>
                <a:cubicBezTo>
                  <a:pt x="355461" y="233571"/>
                  <a:pt x="357267" y="245170"/>
                  <a:pt x="352058" y="254268"/>
                </a:cubicBezTo>
                <a:lnTo>
                  <a:pt x="331291" y="290245"/>
                </a:lnTo>
                <a:cubicBezTo>
                  <a:pt x="326013" y="299343"/>
                  <a:pt x="315039" y="303580"/>
                  <a:pt x="305038" y="300246"/>
                </a:cubicBezTo>
                <a:lnTo>
                  <a:pt x="257949" y="284619"/>
                </a:lnTo>
                <a:cubicBezTo>
                  <a:pt x="249545" y="290939"/>
                  <a:pt x="240377" y="296218"/>
                  <a:pt x="230654" y="300454"/>
                </a:cubicBezTo>
                <a:lnTo>
                  <a:pt x="220653" y="349002"/>
                </a:lnTo>
                <a:cubicBezTo>
                  <a:pt x="218500" y="359350"/>
                  <a:pt x="209401" y="366712"/>
                  <a:pt x="198914" y="366712"/>
                </a:cubicBezTo>
                <a:lnTo>
                  <a:pt x="157381" y="366712"/>
                </a:lnTo>
                <a:cubicBezTo>
                  <a:pt x="146824" y="366712"/>
                  <a:pt x="137726" y="359281"/>
                  <a:pt x="135642" y="349002"/>
                </a:cubicBezTo>
                <a:lnTo>
                  <a:pt x="125641" y="300454"/>
                </a:lnTo>
                <a:cubicBezTo>
                  <a:pt x="115848" y="296287"/>
                  <a:pt x="106749" y="290939"/>
                  <a:pt x="98346" y="284619"/>
                </a:cubicBezTo>
                <a:lnTo>
                  <a:pt x="51048" y="300246"/>
                </a:lnTo>
                <a:cubicBezTo>
                  <a:pt x="41047" y="303580"/>
                  <a:pt x="30073" y="299412"/>
                  <a:pt x="24795" y="290245"/>
                </a:cubicBezTo>
                <a:lnTo>
                  <a:pt x="4028" y="254268"/>
                </a:lnTo>
                <a:cubicBezTo>
                  <a:pt x="-1250" y="245100"/>
                  <a:pt x="625" y="233571"/>
                  <a:pt x="8543" y="226556"/>
                </a:cubicBezTo>
                <a:lnTo>
                  <a:pt x="45631" y="193566"/>
                </a:lnTo>
                <a:cubicBezTo>
                  <a:pt x="45006" y="188426"/>
                  <a:pt x="44728" y="183148"/>
                  <a:pt x="44728" y="177800"/>
                </a:cubicBezTo>
                <a:cubicBezTo>
                  <a:pt x="44728" y="172452"/>
                  <a:pt x="45075" y="167174"/>
                  <a:pt x="45631" y="162034"/>
                </a:cubicBezTo>
                <a:lnTo>
                  <a:pt x="8543" y="129044"/>
                </a:lnTo>
                <a:cubicBezTo>
                  <a:pt x="625" y="122029"/>
                  <a:pt x="-1181" y="110430"/>
                  <a:pt x="4028" y="101332"/>
                </a:cubicBezTo>
                <a:lnTo>
                  <a:pt x="24795" y="65355"/>
                </a:lnTo>
                <a:cubicBezTo>
                  <a:pt x="30073" y="56188"/>
                  <a:pt x="41047" y="52020"/>
                  <a:pt x="51048" y="55354"/>
                </a:cubicBezTo>
                <a:lnTo>
                  <a:pt x="98137" y="70981"/>
                </a:lnTo>
                <a:cubicBezTo>
                  <a:pt x="106541" y="64661"/>
                  <a:pt x="115709" y="59382"/>
                  <a:pt x="125432" y="55146"/>
                </a:cubicBezTo>
                <a:lnTo>
                  <a:pt x="135503" y="6598"/>
                </a:lnTo>
                <a:close/>
                <a:moveTo>
                  <a:pt x="178008" y="233363"/>
                </a:moveTo>
                <a:cubicBezTo>
                  <a:pt x="197859" y="233288"/>
                  <a:pt x="216162" y="222629"/>
                  <a:pt x="226023" y="205401"/>
                </a:cubicBezTo>
                <a:cubicBezTo>
                  <a:pt x="235884" y="188172"/>
                  <a:pt x="235804" y="166992"/>
                  <a:pt x="225814" y="149838"/>
                </a:cubicBezTo>
                <a:cubicBezTo>
                  <a:pt x="215825" y="132684"/>
                  <a:pt x="197442" y="122163"/>
                  <a:pt x="177592" y="122237"/>
                </a:cubicBezTo>
                <a:cubicBezTo>
                  <a:pt x="157741" y="122312"/>
                  <a:pt x="139438" y="132971"/>
                  <a:pt x="129577" y="150199"/>
                </a:cubicBezTo>
                <a:cubicBezTo>
                  <a:pt x="119716" y="167428"/>
                  <a:pt x="119796" y="188608"/>
                  <a:pt x="129786" y="205762"/>
                </a:cubicBezTo>
                <a:cubicBezTo>
                  <a:pt x="139775" y="222916"/>
                  <a:pt x="158158" y="233437"/>
                  <a:pt x="178008" y="233363"/>
                </a:cubicBezTo>
                <a:close/>
              </a:path>
            </a:pathLst>
          </a:custGeom>
          <a:solidFill>
            <a:srgbClr val="00E5C7"/>
          </a:solidFill>
          <a:ln/>
        </p:spPr>
      </p:sp>
      <p:sp>
        <p:nvSpPr>
          <p:cNvPr id="21" name="Text 19"/>
          <p:cNvSpPr/>
          <p:nvPr/>
        </p:nvSpPr>
        <p:spPr>
          <a:xfrm>
            <a:off x="1651000" y="6286500"/>
            <a:ext cx="134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Setup: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your Rule Tile, set the </a:t>
            </a: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Output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type to </a:t>
            </a: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Animation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instead of Single. Then assign your sprite sequence to that rule.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3" name="Text 21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Player Setup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875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Setting up a playable character involves </a:t>
            </a:r>
            <a:r>
              <a:rPr lang="en-US" sz="18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three core systems</a:t>
            </a: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working together to create responsive, physics-driven gameplay.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540000"/>
            <a:ext cx="4699000" cy="4318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7" name="Shape 5"/>
          <p:cNvSpPr/>
          <p:nvPr/>
        </p:nvSpPr>
        <p:spPr>
          <a:xfrm>
            <a:off x="1054100" y="28575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266700" y="474821"/>
                </a:moveTo>
                <a:cubicBezTo>
                  <a:pt x="252651" y="480893"/>
                  <a:pt x="238839" y="486370"/>
                  <a:pt x="225147" y="490895"/>
                </a:cubicBezTo>
                <a:cubicBezTo>
                  <a:pt x="245031" y="531138"/>
                  <a:pt x="262057" y="533400"/>
                  <a:pt x="266700" y="533400"/>
                </a:cubicBezTo>
                <a:cubicBezTo>
                  <a:pt x="271343" y="533400"/>
                  <a:pt x="288250" y="531138"/>
                  <a:pt x="308253" y="490895"/>
                </a:cubicBezTo>
                <a:cubicBezTo>
                  <a:pt x="294680" y="486251"/>
                  <a:pt x="280749" y="480893"/>
                  <a:pt x="266700" y="474821"/>
                </a:cubicBezTo>
                <a:close/>
                <a:moveTo>
                  <a:pt x="492919" y="304800"/>
                </a:moveTo>
                <a:cubicBezTo>
                  <a:pt x="532209" y="358616"/>
                  <a:pt x="545663" y="413028"/>
                  <a:pt x="521018" y="457200"/>
                </a:cubicBezTo>
                <a:cubicBezTo>
                  <a:pt x="496967" y="500420"/>
                  <a:pt x="446603" y="515898"/>
                  <a:pt x="383858" y="508635"/>
                </a:cubicBezTo>
                <a:cubicBezTo>
                  <a:pt x="357664" y="570667"/>
                  <a:pt x="317540" y="609600"/>
                  <a:pt x="266700" y="609600"/>
                </a:cubicBezTo>
                <a:cubicBezTo>
                  <a:pt x="215860" y="609600"/>
                  <a:pt x="175736" y="570667"/>
                  <a:pt x="149543" y="508635"/>
                </a:cubicBezTo>
                <a:cubicBezTo>
                  <a:pt x="86797" y="515898"/>
                  <a:pt x="36433" y="500420"/>
                  <a:pt x="12383" y="457200"/>
                </a:cubicBezTo>
                <a:cubicBezTo>
                  <a:pt x="-12263" y="413028"/>
                  <a:pt x="1191" y="358616"/>
                  <a:pt x="40481" y="304800"/>
                </a:cubicBezTo>
                <a:cubicBezTo>
                  <a:pt x="1191" y="250984"/>
                  <a:pt x="-12263" y="196572"/>
                  <a:pt x="12383" y="152400"/>
                </a:cubicBezTo>
                <a:cubicBezTo>
                  <a:pt x="36433" y="109180"/>
                  <a:pt x="86797" y="93702"/>
                  <a:pt x="149543" y="100965"/>
                </a:cubicBezTo>
                <a:cubicBezTo>
                  <a:pt x="175736" y="38933"/>
                  <a:pt x="215741" y="0"/>
                  <a:pt x="266700" y="0"/>
                </a:cubicBezTo>
                <a:cubicBezTo>
                  <a:pt x="317659" y="0"/>
                  <a:pt x="357664" y="38933"/>
                  <a:pt x="383858" y="100965"/>
                </a:cubicBezTo>
                <a:cubicBezTo>
                  <a:pt x="446603" y="93702"/>
                  <a:pt x="496967" y="109061"/>
                  <a:pt x="521018" y="152400"/>
                </a:cubicBezTo>
                <a:cubicBezTo>
                  <a:pt x="545663" y="196572"/>
                  <a:pt x="532209" y="250984"/>
                  <a:pt x="492919" y="304800"/>
                </a:cubicBezTo>
                <a:close/>
                <a:moveTo>
                  <a:pt x="414576" y="385048"/>
                </a:moveTo>
                <a:cubicBezTo>
                  <a:pt x="412552" y="401955"/>
                  <a:pt x="409932" y="418386"/>
                  <a:pt x="406598" y="434102"/>
                </a:cubicBezTo>
                <a:cubicBezTo>
                  <a:pt x="444460" y="435769"/>
                  <a:pt x="452557" y="423743"/>
                  <a:pt x="454462" y="420172"/>
                </a:cubicBezTo>
                <a:cubicBezTo>
                  <a:pt x="457200" y="415171"/>
                  <a:pt x="462796" y="398859"/>
                  <a:pt x="440293" y="362902"/>
                </a:cubicBezTo>
                <a:cubicBezTo>
                  <a:pt x="432197" y="370403"/>
                  <a:pt x="423624" y="377785"/>
                  <a:pt x="414576" y="385048"/>
                </a:cubicBezTo>
                <a:close/>
                <a:moveTo>
                  <a:pt x="406598" y="175617"/>
                </a:moveTo>
                <a:cubicBezTo>
                  <a:pt x="409932" y="191214"/>
                  <a:pt x="412552" y="207645"/>
                  <a:pt x="414576" y="224671"/>
                </a:cubicBezTo>
                <a:cubicBezTo>
                  <a:pt x="423624" y="231934"/>
                  <a:pt x="432197" y="239316"/>
                  <a:pt x="440293" y="246817"/>
                </a:cubicBezTo>
                <a:cubicBezTo>
                  <a:pt x="462796" y="210860"/>
                  <a:pt x="457200" y="194429"/>
                  <a:pt x="454462" y="189548"/>
                </a:cubicBezTo>
                <a:cubicBezTo>
                  <a:pt x="452557" y="186095"/>
                  <a:pt x="444460" y="174069"/>
                  <a:pt x="406598" y="175617"/>
                </a:cubicBezTo>
                <a:close/>
                <a:moveTo>
                  <a:pt x="308253" y="118705"/>
                </a:moveTo>
                <a:cubicBezTo>
                  <a:pt x="288250" y="78462"/>
                  <a:pt x="271343" y="76200"/>
                  <a:pt x="266700" y="76200"/>
                </a:cubicBezTo>
                <a:cubicBezTo>
                  <a:pt x="262057" y="76200"/>
                  <a:pt x="245150" y="78462"/>
                  <a:pt x="225147" y="118705"/>
                </a:cubicBezTo>
                <a:cubicBezTo>
                  <a:pt x="238720" y="123349"/>
                  <a:pt x="252651" y="128707"/>
                  <a:pt x="266700" y="134779"/>
                </a:cubicBezTo>
                <a:cubicBezTo>
                  <a:pt x="280749" y="128707"/>
                  <a:pt x="294561" y="123230"/>
                  <a:pt x="308253" y="118705"/>
                </a:cubicBezTo>
                <a:close/>
                <a:moveTo>
                  <a:pt x="118943" y="224552"/>
                </a:moveTo>
                <a:cubicBezTo>
                  <a:pt x="120967" y="207526"/>
                  <a:pt x="123587" y="191214"/>
                  <a:pt x="126921" y="175498"/>
                </a:cubicBezTo>
                <a:cubicBezTo>
                  <a:pt x="89059" y="173831"/>
                  <a:pt x="80962" y="185857"/>
                  <a:pt x="79057" y="189428"/>
                </a:cubicBezTo>
                <a:cubicBezTo>
                  <a:pt x="76319" y="194429"/>
                  <a:pt x="70723" y="210741"/>
                  <a:pt x="93226" y="246698"/>
                </a:cubicBezTo>
                <a:cubicBezTo>
                  <a:pt x="101322" y="239197"/>
                  <a:pt x="109895" y="231815"/>
                  <a:pt x="118943" y="224552"/>
                </a:cubicBezTo>
                <a:close/>
                <a:moveTo>
                  <a:pt x="93107" y="362903"/>
                </a:moveTo>
                <a:cubicBezTo>
                  <a:pt x="70604" y="398859"/>
                  <a:pt x="76200" y="415290"/>
                  <a:pt x="78938" y="420172"/>
                </a:cubicBezTo>
                <a:cubicBezTo>
                  <a:pt x="80843" y="423624"/>
                  <a:pt x="88940" y="435650"/>
                  <a:pt x="126802" y="434102"/>
                </a:cubicBezTo>
                <a:cubicBezTo>
                  <a:pt x="123468" y="418505"/>
                  <a:pt x="120848" y="402074"/>
                  <a:pt x="118824" y="385048"/>
                </a:cubicBezTo>
                <a:cubicBezTo>
                  <a:pt x="109776" y="377785"/>
                  <a:pt x="101203" y="370403"/>
                  <a:pt x="93107" y="362903"/>
                </a:cubicBezTo>
                <a:close/>
                <a:moveTo>
                  <a:pt x="361950" y="304800"/>
                </a:moveTo>
                <a:cubicBezTo>
                  <a:pt x="361950" y="252230"/>
                  <a:pt x="319270" y="209550"/>
                  <a:pt x="266700" y="209550"/>
                </a:cubicBezTo>
                <a:cubicBezTo>
                  <a:pt x="214130" y="209550"/>
                  <a:pt x="171450" y="252230"/>
                  <a:pt x="171450" y="304800"/>
                </a:cubicBezTo>
                <a:cubicBezTo>
                  <a:pt x="171450" y="357370"/>
                  <a:pt x="214130" y="400050"/>
                  <a:pt x="266700" y="400050"/>
                </a:cubicBezTo>
                <a:cubicBezTo>
                  <a:pt x="319270" y="400050"/>
                  <a:pt x="361950" y="357370"/>
                  <a:pt x="361950" y="304800"/>
                </a:cubicBezTo>
                <a:close/>
                <a:moveTo>
                  <a:pt x="266700" y="266700"/>
                </a:moveTo>
                <a:cubicBezTo>
                  <a:pt x="287728" y="266700"/>
                  <a:pt x="304800" y="283772"/>
                  <a:pt x="304800" y="304800"/>
                </a:cubicBezTo>
                <a:cubicBezTo>
                  <a:pt x="304800" y="325828"/>
                  <a:pt x="287728" y="342900"/>
                  <a:pt x="266700" y="342900"/>
                </a:cubicBezTo>
                <a:cubicBezTo>
                  <a:pt x="245672" y="342900"/>
                  <a:pt x="228600" y="325828"/>
                  <a:pt x="228600" y="304800"/>
                </a:cubicBezTo>
                <a:cubicBezTo>
                  <a:pt x="228600" y="283772"/>
                  <a:pt x="245672" y="266700"/>
                  <a:pt x="266700" y="266700"/>
                </a:cubicBez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3683000"/>
            <a:ext cx="419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Physics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4191000"/>
            <a:ext cx="635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4381500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Rigidbody2D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Collider2D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Physics Material 2D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Movement, collision detection, and physical interaction with the world.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778500" y="2540000"/>
            <a:ext cx="4699000" cy="4318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2" name="Shape 10"/>
          <p:cNvSpPr/>
          <p:nvPr/>
        </p:nvSpPr>
        <p:spPr>
          <a:xfrm>
            <a:off x="5956300" y="28575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533400" y="76200"/>
                </a:moveTo>
                <a:cubicBezTo>
                  <a:pt x="659606" y="76200"/>
                  <a:pt x="762000" y="178594"/>
                  <a:pt x="762000" y="304800"/>
                </a:cubicBezTo>
                <a:cubicBezTo>
                  <a:pt x="762000" y="431006"/>
                  <a:pt x="659606" y="533400"/>
                  <a:pt x="533400" y="533400"/>
                </a:cubicBezTo>
                <a:lnTo>
                  <a:pt x="228600" y="533400"/>
                </a:lnTo>
                <a:cubicBezTo>
                  <a:pt x="102394" y="533400"/>
                  <a:pt x="0" y="431006"/>
                  <a:pt x="0" y="304800"/>
                </a:cubicBezTo>
                <a:cubicBezTo>
                  <a:pt x="0" y="178594"/>
                  <a:pt x="102394" y="76200"/>
                  <a:pt x="228600" y="76200"/>
                </a:cubicBezTo>
                <a:lnTo>
                  <a:pt x="533400" y="76200"/>
                </a:lnTo>
                <a:close/>
                <a:moveTo>
                  <a:pt x="228600" y="209550"/>
                </a:moveTo>
                <a:cubicBezTo>
                  <a:pt x="212765" y="209550"/>
                  <a:pt x="200025" y="222290"/>
                  <a:pt x="200025" y="238125"/>
                </a:cubicBezTo>
                <a:lnTo>
                  <a:pt x="200025" y="276225"/>
                </a:lnTo>
                <a:lnTo>
                  <a:pt x="161925" y="276225"/>
                </a:lnTo>
                <a:cubicBezTo>
                  <a:pt x="146090" y="276225"/>
                  <a:pt x="133350" y="288965"/>
                  <a:pt x="133350" y="304800"/>
                </a:cubicBezTo>
                <a:cubicBezTo>
                  <a:pt x="133350" y="320635"/>
                  <a:pt x="146090" y="333375"/>
                  <a:pt x="161925" y="333375"/>
                </a:cubicBezTo>
                <a:lnTo>
                  <a:pt x="200025" y="333375"/>
                </a:lnTo>
                <a:lnTo>
                  <a:pt x="200025" y="371475"/>
                </a:lnTo>
                <a:cubicBezTo>
                  <a:pt x="200025" y="387310"/>
                  <a:pt x="212765" y="400050"/>
                  <a:pt x="228600" y="400050"/>
                </a:cubicBezTo>
                <a:cubicBezTo>
                  <a:pt x="244435" y="400050"/>
                  <a:pt x="257175" y="387310"/>
                  <a:pt x="257175" y="371475"/>
                </a:cubicBezTo>
                <a:lnTo>
                  <a:pt x="257175" y="333375"/>
                </a:lnTo>
                <a:lnTo>
                  <a:pt x="295275" y="333375"/>
                </a:lnTo>
                <a:cubicBezTo>
                  <a:pt x="311110" y="333375"/>
                  <a:pt x="323850" y="320635"/>
                  <a:pt x="323850" y="304800"/>
                </a:cubicBezTo>
                <a:cubicBezTo>
                  <a:pt x="323850" y="288965"/>
                  <a:pt x="311110" y="276225"/>
                  <a:pt x="295275" y="276225"/>
                </a:cubicBezTo>
                <a:lnTo>
                  <a:pt x="257175" y="276225"/>
                </a:lnTo>
                <a:lnTo>
                  <a:pt x="257175" y="238125"/>
                </a:lnTo>
                <a:cubicBezTo>
                  <a:pt x="257175" y="222290"/>
                  <a:pt x="244435" y="209550"/>
                  <a:pt x="228600" y="209550"/>
                </a:cubicBezTo>
                <a:close/>
                <a:moveTo>
                  <a:pt x="514350" y="323850"/>
                </a:moveTo>
                <a:cubicBezTo>
                  <a:pt x="493322" y="323850"/>
                  <a:pt x="476250" y="340922"/>
                  <a:pt x="476250" y="361950"/>
                </a:cubicBezTo>
                <a:cubicBezTo>
                  <a:pt x="476250" y="382978"/>
                  <a:pt x="493322" y="400050"/>
                  <a:pt x="514350" y="400050"/>
                </a:cubicBezTo>
                <a:cubicBezTo>
                  <a:pt x="535378" y="400050"/>
                  <a:pt x="552450" y="382978"/>
                  <a:pt x="552450" y="361950"/>
                </a:cubicBezTo>
                <a:cubicBezTo>
                  <a:pt x="552450" y="340922"/>
                  <a:pt x="535378" y="323850"/>
                  <a:pt x="514350" y="323850"/>
                </a:cubicBezTo>
                <a:close/>
                <a:moveTo>
                  <a:pt x="590550" y="209550"/>
                </a:moveTo>
                <a:cubicBezTo>
                  <a:pt x="569522" y="209550"/>
                  <a:pt x="552450" y="226622"/>
                  <a:pt x="552450" y="247650"/>
                </a:cubicBezTo>
                <a:cubicBezTo>
                  <a:pt x="552450" y="268678"/>
                  <a:pt x="569522" y="285750"/>
                  <a:pt x="590550" y="285750"/>
                </a:cubicBezTo>
                <a:cubicBezTo>
                  <a:pt x="611578" y="285750"/>
                  <a:pt x="628650" y="268678"/>
                  <a:pt x="628650" y="247650"/>
                </a:cubicBezTo>
                <a:cubicBezTo>
                  <a:pt x="628650" y="226622"/>
                  <a:pt x="611578" y="209550"/>
                  <a:pt x="590550" y="209550"/>
                </a:cubicBezTo>
                <a:close/>
              </a:path>
            </a:pathLst>
          </a:custGeom>
          <a:solidFill>
            <a:srgbClr val="00E5C7"/>
          </a:solidFill>
          <a:ln/>
        </p:spPr>
      </p:sp>
      <p:sp>
        <p:nvSpPr>
          <p:cNvPr id="13" name="Text 11"/>
          <p:cNvSpPr/>
          <p:nvPr/>
        </p:nvSpPr>
        <p:spPr>
          <a:xfrm>
            <a:off x="6032500" y="3683000"/>
            <a:ext cx="419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32500" y="4191000"/>
            <a:ext cx="635000" cy="38100"/>
          </a:xfrm>
          <a:prstGeom prst="rect">
            <a:avLst/>
          </a:prstGeom>
          <a:solidFill>
            <a:srgbClr val="00E5C7"/>
          </a:solidFill>
          <a:ln/>
        </p:spPr>
      </p:sp>
      <p:sp>
        <p:nvSpPr>
          <p:cNvPr id="15" name="Text 13"/>
          <p:cNvSpPr/>
          <p:nvPr/>
        </p:nvSpPr>
        <p:spPr>
          <a:xfrm>
            <a:off x="6032500" y="4381500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Input Actions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Action Maps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Player Input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Handling player controls from keyboard, mouse, gamepad, and touch.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795000" y="2540000"/>
            <a:ext cx="4699000" cy="4318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010900" y="28575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342900" y="38100"/>
                </a:moveTo>
                <a:cubicBezTo>
                  <a:pt x="246698" y="38100"/>
                  <a:pt x="169664" y="81915"/>
                  <a:pt x="113586" y="134064"/>
                </a:cubicBezTo>
                <a:cubicBezTo>
                  <a:pt x="57864" y="185857"/>
                  <a:pt x="20598" y="247650"/>
                  <a:pt x="2858" y="290155"/>
                </a:cubicBezTo>
                <a:cubicBezTo>
                  <a:pt x="-1072" y="299561"/>
                  <a:pt x="-1072" y="310039"/>
                  <a:pt x="2858" y="319445"/>
                </a:cubicBezTo>
                <a:cubicBezTo>
                  <a:pt x="20598" y="361950"/>
                  <a:pt x="57864" y="423863"/>
                  <a:pt x="113586" y="475536"/>
                </a:cubicBezTo>
                <a:cubicBezTo>
                  <a:pt x="169664" y="527566"/>
                  <a:pt x="246698" y="571500"/>
                  <a:pt x="342900" y="571500"/>
                </a:cubicBezTo>
                <a:cubicBezTo>
                  <a:pt x="439103" y="571500"/>
                  <a:pt x="516136" y="527685"/>
                  <a:pt x="572214" y="475536"/>
                </a:cubicBezTo>
                <a:cubicBezTo>
                  <a:pt x="627936" y="423743"/>
                  <a:pt x="665202" y="361950"/>
                  <a:pt x="682943" y="319445"/>
                </a:cubicBezTo>
                <a:cubicBezTo>
                  <a:pt x="686872" y="310039"/>
                  <a:pt x="686872" y="299561"/>
                  <a:pt x="682943" y="290155"/>
                </a:cubicBezTo>
                <a:cubicBezTo>
                  <a:pt x="665202" y="247650"/>
                  <a:pt x="627936" y="185737"/>
                  <a:pt x="572214" y="134064"/>
                </a:cubicBezTo>
                <a:cubicBezTo>
                  <a:pt x="516136" y="82034"/>
                  <a:pt x="439103" y="38100"/>
                  <a:pt x="342900" y="38100"/>
                </a:cubicBezTo>
                <a:close/>
                <a:moveTo>
                  <a:pt x="171450" y="304800"/>
                </a:moveTo>
                <a:cubicBezTo>
                  <a:pt x="171450" y="210174"/>
                  <a:pt x="248274" y="133350"/>
                  <a:pt x="342900" y="133350"/>
                </a:cubicBezTo>
                <a:cubicBezTo>
                  <a:pt x="437526" y="133350"/>
                  <a:pt x="514350" y="210174"/>
                  <a:pt x="514350" y="304800"/>
                </a:cubicBezTo>
                <a:cubicBezTo>
                  <a:pt x="514350" y="399426"/>
                  <a:pt x="437526" y="476250"/>
                  <a:pt x="342900" y="476250"/>
                </a:cubicBezTo>
                <a:cubicBezTo>
                  <a:pt x="248274" y="476250"/>
                  <a:pt x="171450" y="399426"/>
                  <a:pt x="171450" y="304800"/>
                </a:cubicBezTo>
                <a:close/>
                <a:moveTo>
                  <a:pt x="342900" y="228600"/>
                </a:moveTo>
                <a:cubicBezTo>
                  <a:pt x="342900" y="270629"/>
                  <a:pt x="308729" y="304800"/>
                  <a:pt x="266700" y="304800"/>
                </a:cubicBezTo>
                <a:cubicBezTo>
                  <a:pt x="253008" y="304800"/>
                  <a:pt x="240149" y="301228"/>
                  <a:pt x="228957" y="294799"/>
                </a:cubicBezTo>
                <a:cubicBezTo>
                  <a:pt x="227767" y="307777"/>
                  <a:pt x="228838" y="321112"/>
                  <a:pt x="232410" y="334328"/>
                </a:cubicBezTo>
                <a:cubicBezTo>
                  <a:pt x="248722" y="395287"/>
                  <a:pt x="311468" y="431483"/>
                  <a:pt x="372428" y="415171"/>
                </a:cubicBezTo>
                <a:cubicBezTo>
                  <a:pt x="433388" y="398859"/>
                  <a:pt x="469583" y="336113"/>
                  <a:pt x="453271" y="275153"/>
                </a:cubicBezTo>
                <a:cubicBezTo>
                  <a:pt x="438745" y="220742"/>
                  <a:pt x="387191" y="186095"/>
                  <a:pt x="332899" y="190857"/>
                </a:cubicBezTo>
                <a:cubicBezTo>
                  <a:pt x="339209" y="201930"/>
                  <a:pt x="342900" y="214789"/>
                  <a:pt x="342900" y="22860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11049000" y="3683000"/>
            <a:ext cx="419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049000" y="4191000"/>
            <a:ext cx="635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11049000" y="4381500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Sprite Renderer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Animator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Animation Clips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Character appearance, animations, and visual feedback for actions.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2" name="Text 20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Physics — Rigidbody2D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87500"/>
            <a:ext cx="711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r>
              <a:rPr lang="en-US" sz="18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Rigidbody2D</a:t>
            </a: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component is the heart of 2D physics in Unity. Here are the key properties for platformer characters:</a:t>
            </a:r>
            <a:endParaRPr lang="en-US" sz="1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667000"/>
          <a:ext cx="7112000" cy="4826000"/>
        </p:xfrm>
        <a:graphic>
          <a:graphicData uri="http://schemas.openxmlformats.org/drawingml/2006/table">
            <a:tbl>
              <a:tblPr/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2667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0F1F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Property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0F1F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 &amp; Recommendation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866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1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Body 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1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Dynamic for physics-driven, Kinematic for script-driven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66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1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Gravity Scale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1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Adjust for weight feel — 1-3 for platformers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866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1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Constraints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1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Freeze Z rotation to prevent tipping over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866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1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Interpolation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1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Interpolate for smoother visual movement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866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1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Collision Detection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1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Continuous for fast-moving characters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382000" y="1587500"/>
            <a:ext cx="7112000" cy="6096000"/>
          </a:xfrm>
          <a:prstGeom prst="roundRect">
            <a:avLst>
              <a:gd name="adj" fmla="val 8000"/>
            </a:avLst>
          </a:prstGeom>
          <a:solidFill>
            <a:srgbClr val="252A3A"/>
          </a:solidFill>
          <a:ln/>
        </p:spPr>
      </p:sp>
      <p:sp>
        <p:nvSpPr>
          <p:cNvPr id="8" name="Shape 5"/>
          <p:cNvSpPr/>
          <p:nvPr/>
        </p:nvSpPr>
        <p:spPr>
          <a:xfrm>
            <a:off x="8763000" y="1968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200025" y="142875"/>
                </a:moveTo>
                <a:cubicBezTo>
                  <a:pt x="200025" y="127104"/>
                  <a:pt x="212829" y="114300"/>
                  <a:pt x="228600" y="114300"/>
                </a:cubicBezTo>
                <a:cubicBezTo>
                  <a:pt x="244371" y="114300"/>
                  <a:pt x="257175" y="127104"/>
                  <a:pt x="257175" y="142875"/>
                </a:cubicBezTo>
                <a:cubicBezTo>
                  <a:pt x="257175" y="158646"/>
                  <a:pt x="244371" y="171450"/>
                  <a:pt x="228600" y="171450"/>
                </a:cubicBezTo>
                <a:cubicBezTo>
                  <a:pt x="212829" y="171450"/>
                  <a:pt x="200025" y="158646"/>
                  <a:pt x="200025" y="142875"/>
                </a:cubicBezTo>
                <a:close/>
                <a:moveTo>
                  <a:pt x="192881" y="200025"/>
                </a:moveTo>
                <a:lnTo>
                  <a:pt x="235744" y="200025"/>
                </a:lnTo>
                <a:cubicBezTo>
                  <a:pt x="247620" y="200025"/>
                  <a:pt x="257175" y="209580"/>
                  <a:pt x="257175" y="221456"/>
                </a:cubicBezTo>
                <a:lnTo>
                  <a:pt x="257175" y="300038"/>
                </a:lnTo>
                <a:lnTo>
                  <a:pt x="264319" y="300038"/>
                </a:lnTo>
                <a:cubicBezTo>
                  <a:pt x="276195" y="300038"/>
                  <a:pt x="285750" y="309592"/>
                  <a:pt x="285750" y="321469"/>
                </a:cubicBezTo>
                <a:cubicBezTo>
                  <a:pt x="285750" y="333345"/>
                  <a:pt x="276195" y="342900"/>
                  <a:pt x="264319" y="342900"/>
                </a:cubicBezTo>
                <a:lnTo>
                  <a:pt x="192881" y="342900"/>
                </a:lnTo>
                <a:cubicBezTo>
                  <a:pt x="181005" y="342900"/>
                  <a:pt x="171450" y="333345"/>
                  <a:pt x="171450" y="321469"/>
                </a:cubicBezTo>
                <a:cubicBezTo>
                  <a:pt x="171450" y="309592"/>
                  <a:pt x="181005" y="300038"/>
                  <a:pt x="192881" y="300038"/>
                </a:cubicBezTo>
                <a:lnTo>
                  <a:pt x="214313" y="300038"/>
                </a:lnTo>
                <a:lnTo>
                  <a:pt x="214313" y="242888"/>
                </a:lnTo>
                <a:lnTo>
                  <a:pt x="192881" y="242888"/>
                </a:lnTo>
                <a:cubicBezTo>
                  <a:pt x="181005" y="242888"/>
                  <a:pt x="171450" y="233333"/>
                  <a:pt x="171450" y="221456"/>
                </a:cubicBezTo>
                <a:cubicBezTo>
                  <a:pt x="171450" y="209580"/>
                  <a:pt x="181005" y="200025"/>
                  <a:pt x="192881" y="200025"/>
                </a:cubicBezTo>
                <a:close/>
              </a:path>
            </a:pathLst>
          </a:custGeom>
          <a:solidFill>
            <a:srgbClr val="00E5C7"/>
          </a:solidFill>
          <a:ln/>
        </p:spPr>
      </p:sp>
      <p:sp>
        <p:nvSpPr>
          <p:cNvPr id="9" name="Text 6"/>
          <p:cNvSpPr/>
          <p:nvPr/>
        </p:nvSpPr>
        <p:spPr>
          <a:xfrm>
            <a:off x="9398000" y="19685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763000" y="2667000"/>
            <a:ext cx="6350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</a:t>
            </a: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Dynamic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body type for player characters — let physics handle gravity and collisions naturally.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Adjust </a:t>
            </a: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Gravity Scale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fine-tune jump feel. Higher values = heavier, faster falls.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Always freeze </a:t>
            </a: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Z rotation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unless you specifically want your character to tumble.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</a:t>
            </a: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Interpolate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eliminate jittery movement at low physics tick rates.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Set </a:t>
            </a: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Collision Detection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Continuous to prevent tunneling through thin platforms at high speeds.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12" name="Text 9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Physics — Colliders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1143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Collider2D components define the physical shape of your player for collision detection.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159000"/>
            <a:ext cx="3492500" cy="3175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7" name="Shape 5"/>
          <p:cNvSpPr/>
          <p:nvPr/>
        </p:nvSpPr>
        <p:spPr>
          <a:xfrm>
            <a:off x="1044575" y="2476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57150" y="28575"/>
                </a:moveTo>
                <a:lnTo>
                  <a:pt x="342900" y="28575"/>
                </a:lnTo>
                <a:cubicBezTo>
                  <a:pt x="374422" y="28575"/>
                  <a:pt x="400050" y="54203"/>
                  <a:pt x="400050" y="85725"/>
                </a:cubicBezTo>
                <a:lnTo>
                  <a:pt x="400050" y="371475"/>
                </a:lnTo>
                <a:cubicBezTo>
                  <a:pt x="400050" y="402997"/>
                  <a:pt x="374422" y="428625"/>
                  <a:pt x="342900" y="428625"/>
                </a:cubicBezTo>
                <a:lnTo>
                  <a:pt x="57150" y="428625"/>
                </a:lnTo>
                <a:cubicBezTo>
                  <a:pt x="25628" y="428625"/>
                  <a:pt x="0" y="402997"/>
                  <a:pt x="0" y="371475"/>
                </a:cubicBezTo>
                <a:lnTo>
                  <a:pt x="0" y="85725"/>
                </a:lnTo>
                <a:cubicBezTo>
                  <a:pt x="0" y="54203"/>
                  <a:pt x="25628" y="28575"/>
                  <a:pt x="57150" y="28575"/>
                </a:cubicBez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3111500"/>
            <a:ext cx="298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Box Collider 2D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556000"/>
            <a:ext cx="2984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Best for rectangular characters. Most performant option. Good for platformers with blocky sprites.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08500" y="2159000"/>
            <a:ext cx="3492500" cy="3175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1" name="Shape 9"/>
          <p:cNvSpPr/>
          <p:nvPr/>
        </p:nvSpPr>
        <p:spPr>
          <a:xfrm>
            <a:off x="4762500" y="247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</a:path>
            </a:pathLst>
          </a:custGeom>
          <a:solidFill>
            <a:srgbClr val="00E5C7"/>
          </a:solidFill>
          <a:ln/>
        </p:spPr>
      </p:sp>
      <p:sp>
        <p:nvSpPr>
          <p:cNvPr id="12" name="Text 10"/>
          <p:cNvSpPr/>
          <p:nvPr/>
        </p:nvSpPr>
        <p:spPr>
          <a:xfrm>
            <a:off x="4762500" y="3111500"/>
            <a:ext cx="298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Circle Collider 2D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62500" y="3556000"/>
            <a:ext cx="2984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Best for round characters or rolling mechanics. Smooth collision response on slopes and curved surfaces.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55000" y="2159000"/>
            <a:ext cx="3492500" cy="3175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5" name="Shape 13"/>
          <p:cNvSpPr/>
          <p:nvPr/>
        </p:nvSpPr>
        <p:spPr>
          <a:xfrm>
            <a:off x="8480425" y="2476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85725" y="100013"/>
                </a:moveTo>
                <a:cubicBezTo>
                  <a:pt x="85725" y="76349"/>
                  <a:pt x="104924" y="57150"/>
                  <a:pt x="128588" y="57150"/>
                </a:cubicBezTo>
                <a:cubicBezTo>
                  <a:pt x="152251" y="57150"/>
                  <a:pt x="171450" y="76349"/>
                  <a:pt x="171450" y="100013"/>
                </a:cubicBezTo>
                <a:lnTo>
                  <a:pt x="171450" y="200025"/>
                </a:lnTo>
                <a:lnTo>
                  <a:pt x="85725" y="200025"/>
                </a:lnTo>
                <a:lnTo>
                  <a:pt x="85725" y="100013"/>
                </a:lnTo>
                <a:close/>
                <a:moveTo>
                  <a:pt x="28575" y="100013"/>
                </a:moveTo>
                <a:lnTo>
                  <a:pt x="28575" y="357188"/>
                </a:lnTo>
                <a:cubicBezTo>
                  <a:pt x="28575" y="412462"/>
                  <a:pt x="73313" y="457200"/>
                  <a:pt x="128588" y="457200"/>
                </a:cubicBezTo>
                <a:cubicBezTo>
                  <a:pt x="183862" y="457200"/>
                  <a:pt x="228600" y="412462"/>
                  <a:pt x="228600" y="357188"/>
                </a:cubicBezTo>
                <a:lnTo>
                  <a:pt x="228600" y="262711"/>
                </a:lnTo>
                <a:lnTo>
                  <a:pt x="332452" y="414070"/>
                </a:lnTo>
                <a:cubicBezTo>
                  <a:pt x="364153" y="460236"/>
                  <a:pt x="426482" y="471488"/>
                  <a:pt x="471755" y="439162"/>
                </a:cubicBezTo>
                <a:cubicBezTo>
                  <a:pt x="517029" y="406837"/>
                  <a:pt x="528012" y="343168"/>
                  <a:pt x="496312" y="297001"/>
                </a:cubicBezTo>
                <a:lnTo>
                  <a:pt x="381566" y="129748"/>
                </a:lnTo>
                <a:cubicBezTo>
                  <a:pt x="349865" y="83582"/>
                  <a:pt x="287536" y="72330"/>
                  <a:pt x="242262" y="104656"/>
                </a:cubicBezTo>
                <a:cubicBezTo>
                  <a:pt x="237262" y="108228"/>
                  <a:pt x="232708" y="112157"/>
                  <a:pt x="228600" y="116354"/>
                </a:cubicBezTo>
                <a:lnTo>
                  <a:pt x="228600" y="100013"/>
                </a:lnTo>
                <a:cubicBezTo>
                  <a:pt x="228600" y="44738"/>
                  <a:pt x="183862" y="0"/>
                  <a:pt x="128588" y="0"/>
                </a:cubicBezTo>
                <a:cubicBezTo>
                  <a:pt x="73313" y="0"/>
                  <a:pt x="28575" y="44738"/>
                  <a:pt x="28575" y="100013"/>
                </a:cubicBezTo>
                <a:close/>
                <a:moveTo>
                  <a:pt x="264855" y="214491"/>
                </a:moveTo>
                <a:cubicBezTo>
                  <a:pt x="250567" y="193685"/>
                  <a:pt x="255925" y="165110"/>
                  <a:pt x="275481" y="151090"/>
                </a:cubicBezTo>
                <a:cubicBezTo>
                  <a:pt x="294412" y="137606"/>
                  <a:pt x="320576" y="141893"/>
                  <a:pt x="334417" y="161985"/>
                </a:cubicBezTo>
                <a:lnTo>
                  <a:pt x="394246" y="249138"/>
                </a:lnTo>
                <a:lnTo>
                  <a:pt x="322898" y="299055"/>
                </a:lnTo>
                <a:lnTo>
                  <a:pt x="264855" y="214402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8509000" y="3111500"/>
            <a:ext cx="298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Capsule Collider 2D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09000" y="3556000"/>
            <a:ext cx="2984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Ideal for humanoid characters. Combines flat bottom (stable standing) with rounded top (smooth ceiling collisions).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001500" y="2159000"/>
            <a:ext cx="3492500" cy="3175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9" name="Shape 17"/>
          <p:cNvSpPr/>
          <p:nvPr/>
        </p:nvSpPr>
        <p:spPr>
          <a:xfrm>
            <a:off x="12226925" y="2476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8575" y="106620"/>
                </a:moveTo>
                <a:cubicBezTo>
                  <a:pt x="11519" y="96798"/>
                  <a:pt x="0" y="78313"/>
                  <a:pt x="0" y="57150"/>
                </a:cubicBezTo>
                <a:cubicBezTo>
                  <a:pt x="0" y="25628"/>
                  <a:pt x="25628" y="0"/>
                  <a:pt x="57150" y="0"/>
                </a:cubicBezTo>
                <a:cubicBezTo>
                  <a:pt x="78313" y="0"/>
                  <a:pt x="96798" y="11519"/>
                  <a:pt x="106620" y="28575"/>
                </a:cubicBezTo>
                <a:lnTo>
                  <a:pt x="407640" y="28575"/>
                </a:lnTo>
                <a:cubicBezTo>
                  <a:pt x="417552" y="11519"/>
                  <a:pt x="435947" y="0"/>
                  <a:pt x="457111" y="0"/>
                </a:cubicBezTo>
                <a:cubicBezTo>
                  <a:pt x="488632" y="0"/>
                  <a:pt x="514261" y="25628"/>
                  <a:pt x="514261" y="57150"/>
                </a:cubicBezTo>
                <a:cubicBezTo>
                  <a:pt x="514261" y="78313"/>
                  <a:pt x="502741" y="96798"/>
                  <a:pt x="485686" y="106620"/>
                </a:cubicBezTo>
                <a:lnTo>
                  <a:pt x="485686" y="350490"/>
                </a:lnTo>
                <a:cubicBezTo>
                  <a:pt x="502741" y="360402"/>
                  <a:pt x="514261" y="378797"/>
                  <a:pt x="514261" y="399961"/>
                </a:cubicBezTo>
                <a:cubicBezTo>
                  <a:pt x="514261" y="431483"/>
                  <a:pt x="488632" y="457111"/>
                  <a:pt x="457111" y="457111"/>
                </a:cubicBezTo>
                <a:cubicBezTo>
                  <a:pt x="435947" y="457111"/>
                  <a:pt x="417463" y="445591"/>
                  <a:pt x="407640" y="428536"/>
                </a:cubicBezTo>
                <a:lnTo>
                  <a:pt x="106620" y="428536"/>
                </a:lnTo>
                <a:cubicBezTo>
                  <a:pt x="96709" y="445591"/>
                  <a:pt x="78313" y="457111"/>
                  <a:pt x="57150" y="457111"/>
                </a:cubicBezTo>
                <a:cubicBezTo>
                  <a:pt x="25628" y="457111"/>
                  <a:pt x="0" y="431483"/>
                  <a:pt x="0" y="399961"/>
                </a:cubicBezTo>
                <a:cubicBezTo>
                  <a:pt x="0" y="378797"/>
                  <a:pt x="11519" y="360313"/>
                  <a:pt x="28575" y="350490"/>
                </a:cubicBezTo>
                <a:lnTo>
                  <a:pt x="28575" y="106620"/>
                </a:lnTo>
                <a:close/>
                <a:moveTo>
                  <a:pt x="428625" y="106620"/>
                </a:moveTo>
                <a:cubicBezTo>
                  <a:pt x="419963" y="101620"/>
                  <a:pt x="412730" y="94387"/>
                  <a:pt x="407730" y="85725"/>
                </a:cubicBezTo>
                <a:lnTo>
                  <a:pt x="106620" y="85725"/>
                </a:lnTo>
                <a:cubicBezTo>
                  <a:pt x="101620" y="94387"/>
                  <a:pt x="94387" y="101620"/>
                  <a:pt x="85725" y="106620"/>
                </a:cubicBezTo>
                <a:lnTo>
                  <a:pt x="85725" y="350490"/>
                </a:lnTo>
                <a:cubicBezTo>
                  <a:pt x="94387" y="355491"/>
                  <a:pt x="101620" y="362724"/>
                  <a:pt x="106620" y="371386"/>
                </a:cubicBezTo>
                <a:lnTo>
                  <a:pt x="407640" y="371386"/>
                </a:lnTo>
                <a:cubicBezTo>
                  <a:pt x="412641" y="362724"/>
                  <a:pt x="419874" y="355491"/>
                  <a:pt x="428536" y="350490"/>
                </a:cubicBezTo>
                <a:lnTo>
                  <a:pt x="428536" y="106620"/>
                </a:lnTo>
                <a:close/>
                <a:moveTo>
                  <a:pt x="128588" y="157163"/>
                </a:moveTo>
                <a:cubicBezTo>
                  <a:pt x="128588" y="141357"/>
                  <a:pt x="141357" y="128588"/>
                  <a:pt x="157163" y="128588"/>
                </a:cubicBezTo>
                <a:lnTo>
                  <a:pt x="257175" y="128588"/>
                </a:lnTo>
                <a:cubicBezTo>
                  <a:pt x="272981" y="128588"/>
                  <a:pt x="285750" y="141357"/>
                  <a:pt x="285750" y="157163"/>
                </a:cubicBezTo>
                <a:lnTo>
                  <a:pt x="285750" y="214313"/>
                </a:lnTo>
                <a:cubicBezTo>
                  <a:pt x="285750" y="230118"/>
                  <a:pt x="272981" y="242888"/>
                  <a:pt x="257175" y="242888"/>
                </a:cubicBezTo>
                <a:lnTo>
                  <a:pt x="157163" y="242888"/>
                </a:lnTo>
                <a:cubicBezTo>
                  <a:pt x="141357" y="242888"/>
                  <a:pt x="128588" y="230118"/>
                  <a:pt x="128588" y="214313"/>
                </a:cubicBezTo>
                <a:lnTo>
                  <a:pt x="128588" y="157163"/>
                </a:lnTo>
                <a:close/>
                <a:moveTo>
                  <a:pt x="228600" y="285750"/>
                </a:moveTo>
                <a:lnTo>
                  <a:pt x="257175" y="285750"/>
                </a:lnTo>
                <a:cubicBezTo>
                  <a:pt x="296644" y="285750"/>
                  <a:pt x="328613" y="253782"/>
                  <a:pt x="328613" y="214313"/>
                </a:cubicBezTo>
                <a:lnTo>
                  <a:pt x="357188" y="214313"/>
                </a:lnTo>
                <a:cubicBezTo>
                  <a:pt x="372993" y="214313"/>
                  <a:pt x="385763" y="227082"/>
                  <a:pt x="385763" y="242888"/>
                </a:cubicBezTo>
                <a:lnTo>
                  <a:pt x="385763" y="300038"/>
                </a:lnTo>
                <a:cubicBezTo>
                  <a:pt x="385763" y="315843"/>
                  <a:pt x="372993" y="328613"/>
                  <a:pt x="357188" y="328613"/>
                </a:cubicBezTo>
                <a:lnTo>
                  <a:pt x="257175" y="328613"/>
                </a:lnTo>
                <a:cubicBezTo>
                  <a:pt x="241369" y="328613"/>
                  <a:pt x="228600" y="315843"/>
                  <a:pt x="228600" y="300038"/>
                </a:cubicBezTo>
                <a:lnTo>
                  <a:pt x="228600" y="285750"/>
                </a:lnTo>
                <a:close/>
              </a:path>
            </a:pathLst>
          </a:custGeom>
          <a:solidFill>
            <a:srgbClr val="4CAF50"/>
          </a:solidFill>
          <a:ln/>
        </p:spPr>
      </p:sp>
      <p:sp>
        <p:nvSpPr>
          <p:cNvPr id="20" name="Text 18"/>
          <p:cNvSpPr/>
          <p:nvPr/>
        </p:nvSpPr>
        <p:spPr>
          <a:xfrm>
            <a:off x="12255500" y="3111500"/>
            <a:ext cx="298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Composite Collider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255500" y="3556000"/>
            <a:ext cx="2984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Combines multiple colliders into one shape. Used with Tilemap Collider 2D to merge adjacent tile collisions.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000" y="5651500"/>
            <a:ext cx="14732000" cy="1397000"/>
          </a:xfrm>
          <a:prstGeom prst="roundRect">
            <a:avLst>
              <a:gd name="adj" fmla="val 6000"/>
            </a:avLst>
          </a:prstGeom>
          <a:solidFill>
            <a:srgbClr val="252A3A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5778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kern="0" spc="200" dirty="0">
                <a:solidFill>
                  <a:srgbClr val="00E5C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SETTINGS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6223000"/>
            <a:ext cx="1397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Is Trigger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overlap detection without physical response </a:t>
            </a: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Material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Physics Material 2D for friction/bounciness </a:t>
            </a: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Offset/Size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fine-tune to match sprite bounds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6" name="Text 24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System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875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Unity's </a:t>
            </a:r>
            <a:r>
              <a:rPr lang="en-US" sz="18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Input System</a:t>
            </a: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modern, flexible framework for handling player input. It replaces the legacy Input Manager with a more robust, </a:t>
            </a:r>
            <a:r>
              <a:rPr lang="en-US" sz="18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event-driven</a:t>
            </a: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approach supporting keyboard, mouse, gamepad, and touch.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54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kern="0" spc="200" dirty="0">
                <a:solidFill>
                  <a:srgbClr val="7C5C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CONCEPTS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111500"/>
            <a:ext cx="7112000" cy="1270000"/>
          </a:xfrm>
          <a:prstGeom prst="roundRect">
            <a:avLst>
              <a:gd name="adj" fmla="val 6000"/>
            </a:avLst>
          </a:prstGeom>
          <a:solidFill>
            <a:srgbClr val="E8E9EF"/>
          </a:solidFill>
          <a:ln/>
        </p:spPr>
      </p:sp>
      <p:sp>
        <p:nvSpPr>
          <p:cNvPr id="8" name="Shape 6"/>
          <p:cNvSpPr/>
          <p:nvPr/>
        </p:nvSpPr>
        <p:spPr>
          <a:xfrm>
            <a:off x="1104900" y="3429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01600" y="31750"/>
                </a:moveTo>
                <a:cubicBezTo>
                  <a:pt x="101600" y="14208"/>
                  <a:pt x="115808" y="0"/>
                  <a:pt x="133350" y="0"/>
                </a:cubicBezTo>
                <a:cubicBezTo>
                  <a:pt x="150892" y="0"/>
                  <a:pt x="165100" y="14208"/>
                  <a:pt x="165100" y="31750"/>
                </a:cubicBezTo>
                <a:lnTo>
                  <a:pt x="165100" y="149384"/>
                </a:lnTo>
                <a:cubicBezTo>
                  <a:pt x="171847" y="143351"/>
                  <a:pt x="180737" y="139700"/>
                  <a:pt x="190500" y="139700"/>
                </a:cubicBezTo>
                <a:cubicBezTo>
                  <a:pt x="206851" y="139700"/>
                  <a:pt x="220821" y="150019"/>
                  <a:pt x="226219" y="164465"/>
                </a:cubicBezTo>
                <a:cubicBezTo>
                  <a:pt x="233204" y="157083"/>
                  <a:pt x="243046" y="152400"/>
                  <a:pt x="254000" y="152400"/>
                </a:cubicBezTo>
                <a:cubicBezTo>
                  <a:pt x="274082" y="152400"/>
                  <a:pt x="290513" y="167878"/>
                  <a:pt x="292021" y="187563"/>
                </a:cubicBezTo>
                <a:cubicBezTo>
                  <a:pt x="298768" y="181451"/>
                  <a:pt x="307737" y="177800"/>
                  <a:pt x="317500" y="177800"/>
                </a:cubicBezTo>
                <a:cubicBezTo>
                  <a:pt x="338534" y="177800"/>
                  <a:pt x="355600" y="194866"/>
                  <a:pt x="355600" y="215900"/>
                </a:cubicBezTo>
                <a:lnTo>
                  <a:pt x="355600" y="304800"/>
                </a:lnTo>
                <a:cubicBezTo>
                  <a:pt x="355600" y="360918"/>
                  <a:pt x="310118" y="406400"/>
                  <a:pt x="254000" y="406400"/>
                </a:cubicBezTo>
                <a:lnTo>
                  <a:pt x="186293" y="406400"/>
                </a:lnTo>
                <a:cubicBezTo>
                  <a:pt x="182324" y="406400"/>
                  <a:pt x="178435" y="406162"/>
                  <a:pt x="174625" y="405606"/>
                </a:cubicBezTo>
                <a:cubicBezTo>
                  <a:pt x="130731" y="401161"/>
                  <a:pt x="90329" y="378619"/>
                  <a:pt x="63500" y="342900"/>
                </a:cubicBezTo>
                <a:lnTo>
                  <a:pt x="6350" y="266700"/>
                </a:lnTo>
                <a:cubicBezTo>
                  <a:pt x="-4207" y="252651"/>
                  <a:pt x="-1349" y="232807"/>
                  <a:pt x="12700" y="222250"/>
                </a:cubicBezTo>
                <a:cubicBezTo>
                  <a:pt x="26749" y="211693"/>
                  <a:pt x="46593" y="214551"/>
                  <a:pt x="57150" y="228600"/>
                </a:cubicBezTo>
                <a:lnTo>
                  <a:pt x="101600" y="287893"/>
                </a:lnTo>
                <a:lnTo>
                  <a:pt x="101600" y="31750"/>
                </a:lnTo>
                <a:close/>
                <a:moveTo>
                  <a:pt x="190500" y="241300"/>
                </a:moveTo>
                <a:cubicBezTo>
                  <a:pt x="190500" y="234315"/>
                  <a:pt x="184785" y="228600"/>
                  <a:pt x="177800" y="228600"/>
                </a:cubicBezTo>
                <a:cubicBezTo>
                  <a:pt x="170815" y="228600"/>
                  <a:pt x="165100" y="234315"/>
                  <a:pt x="165100" y="241300"/>
                </a:cubicBezTo>
                <a:lnTo>
                  <a:pt x="165100" y="317500"/>
                </a:lnTo>
                <a:cubicBezTo>
                  <a:pt x="165100" y="324485"/>
                  <a:pt x="170815" y="330200"/>
                  <a:pt x="177800" y="330200"/>
                </a:cubicBezTo>
                <a:cubicBezTo>
                  <a:pt x="184785" y="330200"/>
                  <a:pt x="190500" y="324485"/>
                  <a:pt x="190500" y="317500"/>
                </a:cubicBezTo>
                <a:lnTo>
                  <a:pt x="190500" y="241300"/>
                </a:lnTo>
                <a:close/>
                <a:moveTo>
                  <a:pt x="228600" y="228600"/>
                </a:moveTo>
                <a:cubicBezTo>
                  <a:pt x="221615" y="228600"/>
                  <a:pt x="215900" y="234315"/>
                  <a:pt x="215900" y="241300"/>
                </a:cubicBezTo>
                <a:lnTo>
                  <a:pt x="215900" y="317500"/>
                </a:lnTo>
                <a:cubicBezTo>
                  <a:pt x="215900" y="324485"/>
                  <a:pt x="221615" y="330200"/>
                  <a:pt x="228600" y="330200"/>
                </a:cubicBezTo>
                <a:cubicBezTo>
                  <a:pt x="235585" y="330200"/>
                  <a:pt x="241300" y="324485"/>
                  <a:pt x="241300" y="317500"/>
                </a:cubicBezTo>
                <a:lnTo>
                  <a:pt x="241300" y="241300"/>
                </a:lnTo>
                <a:cubicBezTo>
                  <a:pt x="241300" y="234315"/>
                  <a:pt x="235585" y="228600"/>
                  <a:pt x="228600" y="228600"/>
                </a:cubicBezTo>
                <a:close/>
                <a:moveTo>
                  <a:pt x="292100" y="241300"/>
                </a:moveTo>
                <a:cubicBezTo>
                  <a:pt x="292100" y="234315"/>
                  <a:pt x="286385" y="228600"/>
                  <a:pt x="279400" y="228600"/>
                </a:cubicBezTo>
                <a:cubicBezTo>
                  <a:pt x="272415" y="228600"/>
                  <a:pt x="266700" y="234315"/>
                  <a:pt x="266700" y="241300"/>
                </a:cubicBezTo>
                <a:lnTo>
                  <a:pt x="266700" y="317500"/>
                </a:lnTo>
                <a:cubicBezTo>
                  <a:pt x="266700" y="324485"/>
                  <a:pt x="272415" y="330200"/>
                  <a:pt x="279400" y="330200"/>
                </a:cubicBezTo>
                <a:cubicBezTo>
                  <a:pt x="286385" y="330200"/>
                  <a:pt x="292100" y="324485"/>
                  <a:pt x="292100" y="317500"/>
                </a:cubicBezTo>
                <a:lnTo>
                  <a:pt x="292100" y="241300"/>
                </a:ln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9" name="Text 7"/>
          <p:cNvSpPr/>
          <p:nvPr/>
        </p:nvSpPr>
        <p:spPr>
          <a:xfrm>
            <a:off x="1714500" y="3302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Actions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14500" y="36830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Define what inputs the game responds to — Move, Jump, Attack, Interact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382000" y="3111500"/>
            <a:ext cx="7112000" cy="1270000"/>
          </a:xfrm>
          <a:prstGeom prst="roundRect">
            <a:avLst>
              <a:gd name="adj" fmla="val 6000"/>
            </a:avLst>
          </a:prstGeom>
          <a:solidFill>
            <a:srgbClr val="E8E9EF"/>
          </a:solidFill>
          <a:ln/>
        </p:spPr>
      </p:sp>
      <p:sp>
        <p:nvSpPr>
          <p:cNvPr id="12" name="Shape 10"/>
          <p:cNvSpPr/>
          <p:nvPr/>
        </p:nvSpPr>
        <p:spPr>
          <a:xfrm>
            <a:off x="8699500" y="342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38100"/>
                </a:moveTo>
                <a:cubicBezTo>
                  <a:pt x="406400" y="29289"/>
                  <a:pt x="401876" y="21114"/>
                  <a:pt x="394335" y="16510"/>
                </a:cubicBezTo>
                <a:cubicBezTo>
                  <a:pt x="386794" y="11906"/>
                  <a:pt x="377508" y="11430"/>
                  <a:pt x="369649" y="15399"/>
                </a:cubicBezTo>
                <a:lnTo>
                  <a:pt x="277416" y="61516"/>
                </a:lnTo>
                <a:lnTo>
                  <a:pt x="135017" y="13970"/>
                </a:lnTo>
                <a:cubicBezTo>
                  <a:pt x="128588" y="11827"/>
                  <a:pt x="121682" y="12303"/>
                  <a:pt x="115649" y="15319"/>
                </a:cubicBezTo>
                <a:lnTo>
                  <a:pt x="14049" y="66119"/>
                </a:lnTo>
                <a:cubicBezTo>
                  <a:pt x="5398" y="70485"/>
                  <a:pt x="0" y="79296"/>
                  <a:pt x="0" y="88900"/>
                </a:cubicBezTo>
                <a:lnTo>
                  <a:pt x="0" y="368300"/>
                </a:lnTo>
                <a:cubicBezTo>
                  <a:pt x="0" y="377111"/>
                  <a:pt x="4524" y="385286"/>
                  <a:pt x="12065" y="389890"/>
                </a:cubicBezTo>
                <a:cubicBezTo>
                  <a:pt x="19606" y="394494"/>
                  <a:pt x="28893" y="394970"/>
                  <a:pt x="36751" y="391001"/>
                </a:cubicBezTo>
                <a:lnTo>
                  <a:pt x="128905" y="344884"/>
                </a:lnTo>
                <a:lnTo>
                  <a:pt x="271304" y="392351"/>
                </a:lnTo>
                <a:cubicBezTo>
                  <a:pt x="277733" y="394494"/>
                  <a:pt x="284639" y="394017"/>
                  <a:pt x="290671" y="391001"/>
                </a:cubicBezTo>
                <a:lnTo>
                  <a:pt x="392271" y="340201"/>
                </a:lnTo>
                <a:cubicBezTo>
                  <a:pt x="400844" y="335915"/>
                  <a:pt x="406321" y="327104"/>
                  <a:pt x="406321" y="317500"/>
                </a:cubicBezTo>
                <a:lnTo>
                  <a:pt x="406321" y="38100"/>
                </a:lnTo>
                <a:close/>
                <a:moveTo>
                  <a:pt x="152400" y="299164"/>
                </a:moveTo>
                <a:lnTo>
                  <a:pt x="152400" y="73342"/>
                </a:lnTo>
                <a:lnTo>
                  <a:pt x="254000" y="107236"/>
                </a:lnTo>
                <a:lnTo>
                  <a:pt x="254000" y="333058"/>
                </a:lnTo>
                <a:lnTo>
                  <a:pt x="152400" y="299164"/>
                </a:lnTo>
                <a:close/>
              </a:path>
            </a:pathLst>
          </a:custGeom>
          <a:solidFill>
            <a:srgbClr val="00E5C7"/>
          </a:solidFill>
          <a:ln/>
        </p:spPr>
      </p:sp>
      <p:sp>
        <p:nvSpPr>
          <p:cNvPr id="13" name="Text 11"/>
          <p:cNvSpPr/>
          <p:nvPr/>
        </p:nvSpPr>
        <p:spPr>
          <a:xfrm>
            <a:off x="9334500" y="3302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 Maps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34500" y="36830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Group related actions — "Gameplay" map, "Menu" map, "Vehicle" map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4635500"/>
            <a:ext cx="7112000" cy="1270000"/>
          </a:xfrm>
          <a:prstGeom prst="roundRect">
            <a:avLst>
              <a:gd name="adj" fmla="val 6000"/>
            </a:avLst>
          </a:prstGeom>
          <a:solidFill>
            <a:srgbClr val="E8E9E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4100" y="4953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32978" y="76200"/>
                </a:moveTo>
                <a:cubicBezTo>
                  <a:pt x="319802" y="76200"/>
                  <a:pt x="307023" y="79772"/>
                  <a:pt x="295831" y="86281"/>
                </a:cubicBezTo>
                <a:cubicBezTo>
                  <a:pt x="283289" y="73581"/>
                  <a:pt x="268684" y="62944"/>
                  <a:pt x="252571" y="54928"/>
                </a:cubicBezTo>
                <a:cubicBezTo>
                  <a:pt x="274955" y="35878"/>
                  <a:pt x="303451" y="25400"/>
                  <a:pt x="332978" y="25400"/>
                </a:cubicBezTo>
                <a:cubicBezTo>
                  <a:pt x="401558" y="25400"/>
                  <a:pt x="457200" y="80963"/>
                  <a:pt x="457200" y="149622"/>
                </a:cubicBezTo>
                <a:cubicBezTo>
                  <a:pt x="457200" y="182563"/>
                  <a:pt x="444103" y="214154"/>
                  <a:pt x="420846" y="237411"/>
                </a:cubicBezTo>
                <a:lnTo>
                  <a:pt x="364411" y="293846"/>
                </a:lnTo>
                <a:cubicBezTo>
                  <a:pt x="341154" y="317103"/>
                  <a:pt x="309563" y="330200"/>
                  <a:pt x="276622" y="330200"/>
                </a:cubicBezTo>
                <a:cubicBezTo>
                  <a:pt x="208042" y="330200"/>
                  <a:pt x="152400" y="274638"/>
                  <a:pt x="152400" y="205978"/>
                </a:cubicBezTo>
                <a:cubicBezTo>
                  <a:pt x="152400" y="204788"/>
                  <a:pt x="152400" y="203597"/>
                  <a:pt x="152479" y="202406"/>
                </a:cubicBezTo>
                <a:cubicBezTo>
                  <a:pt x="152876" y="188357"/>
                  <a:pt x="164544" y="177324"/>
                  <a:pt x="178594" y="177721"/>
                </a:cubicBezTo>
                <a:cubicBezTo>
                  <a:pt x="192643" y="178118"/>
                  <a:pt x="203676" y="189786"/>
                  <a:pt x="203279" y="203835"/>
                </a:cubicBezTo>
                <a:cubicBezTo>
                  <a:pt x="203279" y="204549"/>
                  <a:pt x="203279" y="205264"/>
                  <a:pt x="203279" y="205899"/>
                </a:cubicBezTo>
                <a:cubicBezTo>
                  <a:pt x="203279" y="246459"/>
                  <a:pt x="236141" y="279321"/>
                  <a:pt x="276701" y="279321"/>
                </a:cubicBezTo>
                <a:cubicBezTo>
                  <a:pt x="296148" y="279321"/>
                  <a:pt x="314801" y="271621"/>
                  <a:pt x="328613" y="257810"/>
                </a:cubicBezTo>
                <a:lnTo>
                  <a:pt x="385048" y="201374"/>
                </a:lnTo>
                <a:cubicBezTo>
                  <a:pt x="398780" y="187643"/>
                  <a:pt x="406559" y="168910"/>
                  <a:pt x="406559" y="149463"/>
                </a:cubicBezTo>
                <a:cubicBezTo>
                  <a:pt x="406559" y="108903"/>
                  <a:pt x="373698" y="76041"/>
                  <a:pt x="333137" y="76041"/>
                </a:cubicBezTo>
                <a:close/>
                <a:moveTo>
                  <a:pt x="218440" y="137557"/>
                </a:moveTo>
                <a:cubicBezTo>
                  <a:pt x="216932" y="136922"/>
                  <a:pt x="215424" y="136049"/>
                  <a:pt x="214074" y="135096"/>
                </a:cubicBezTo>
                <a:cubicBezTo>
                  <a:pt x="204073" y="129937"/>
                  <a:pt x="192643" y="127000"/>
                  <a:pt x="180658" y="127000"/>
                </a:cubicBezTo>
                <a:cubicBezTo>
                  <a:pt x="161211" y="127000"/>
                  <a:pt x="142558" y="134699"/>
                  <a:pt x="128746" y="148511"/>
                </a:cubicBezTo>
                <a:lnTo>
                  <a:pt x="72311" y="204946"/>
                </a:lnTo>
                <a:cubicBezTo>
                  <a:pt x="58579" y="218678"/>
                  <a:pt x="50800" y="237411"/>
                  <a:pt x="50800" y="256858"/>
                </a:cubicBezTo>
                <a:cubicBezTo>
                  <a:pt x="50800" y="297418"/>
                  <a:pt x="83661" y="330279"/>
                  <a:pt x="124222" y="330279"/>
                </a:cubicBezTo>
                <a:cubicBezTo>
                  <a:pt x="137319" y="330279"/>
                  <a:pt x="150098" y="326787"/>
                  <a:pt x="161290" y="320278"/>
                </a:cubicBezTo>
                <a:cubicBezTo>
                  <a:pt x="173831" y="332978"/>
                  <a:pt x="188436" y="343614"/>
                  <a:pt x="204629" y="351631"/>
                </a:cubicBezTo>
                <a:cubicBezTo>
                  <a:pt x="182245" y="370602"/>
                  <a:pt x="153829" y="381159"/>
                  <a:pt x="124222" y="381159"/>
                </a:cubicBezTo>
                <a:cubicBezTo>
                  <a:pt x="55642" y="381159"/>
                  <a:pt x="0" y="325596"/>
                  <a:pt x="0" y="256937"/>
                </a:cubicBezTo>
                <a:cubicBezTo>
                  <a:pt x="0" y="223996"/>
                  <a:pt x="13097" y="192405"/>
                  <a:pt x="36354" y="169148"/>
                </a:cubicBezTo>
                <a:lnTo>
                  <a:pt x="92789" y="112713"/>
                </a:lnTo>
                <a:cubicBezTo>
                  <a:pt x="116046" y="89456"/>
                  <a:pt x="147638" y="76359"/>
                  <a:pt x="180578" y="76359"/>
                </a:cubicBezTo>
                <a:cubicBezTo>
                  <a:pt x="249317" y="76359"/>
                  <a:pt x="304800" y="132398"/>
                  <a:pt x="304800" y="200898"/>
                </a:cubicBezTo>
                <a:cubicBezTo>
                  <a:pt x="304800" y="201930"/>
                  <a:pt x="304800" y="202962"/>
                  <a:pt x="304800" y="203994"/>
                </a:cubicBezTo>
                <a:cubicBezTo>
                  <a:pt x="304483" y="218043"/>
                  <a:pt x="292814" y="229076"/>
                  <a:pt x="278765" y="228759"/>
                </a:cubicBezTo>
                <a:cubicBezTo>
                  <a:pt x="264716" y="228441"/>
                  <a:pt x="253682" y="216773"/>
                  <a:pt x="254000" y="202724"/>
                </a:cubicBezTo>
                <a:cubicBezTo>
                  <a:pt x="254000" y="202089"/>
                  <a:pt x="254000" y="201533"/>
                  <a:pt x="254000" y="200898"/>
                </a:cubicBezTo>
                <a:cubicBezTo>
                  <a:pt x="254000" y="174149"/>
                  <a:pt x="239713" y="150654"/>
                  <a:pt x="218440" y="137716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1714500" y="4826000"/>
            <a:ext cx="317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Bindings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14500" y="52070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Connect actions to specific keys, buttons, or axes — WASD, Space, Gamepad A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382000" y="4635500"/>
            <a:ext cx="7112000" cy="1270000"/>
          </a:xfrm>
          <a:prstGeom prst="roundRect">
            <a:avLst>
              <a:gd name="adj" fmla="val 6000"/>
            </a:avLst>
          </a:prstGeom>
          <a:solidFill>
            <a:srgbClr val="E8E9EF"/>
          </a:solidFill>
          <a:ln/>
        </p:spPr>
      </p:sp>
      <p:sp>
        <p:nvSpPr>
          <p:cNvPr id="20" name="Shape 18"/>
          <p:cNvSpPr/>
          <p:nvPr/>
        </p:nvSpPr>
        <p:spPr>
          <a:xfrm>
            <a:off x="8648700" y="4953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03597" y="6350"/>
                </a:moveTo>
                <a:cubicBezTo>
                  <a:pt x="256167" y="6350"/>
                  <a:pt x="298847" y="49030"/>
                  <a:pt x="298847" y="101600"/>
                </a:cubicBezTo>
                <a:cubicBezTo>
                  <a:pt x="298847" y="154170"/>
                  <a:pt x="256167" y="196850"/>
                  <a:pt x="203597" y="196850"/>
                </a:cubicBezTo>
                <a:cubicBezTo>
                  <a:pt x="151027" y="196850"/>
                  <a:pt x="108347" y="154170"/>
                  <a:pt x="108347" y="101600"/>
                </a:cubicBezTo>
                <a:cubicBezTo>
                  <a:pt x="108347" y="49030"/>
                  <a:pt x="151027" y="6350"/>
                  <a:pt x="203597" y="6350"/>
                </a:cubicBezTo>
                <a:close/>
                <a:moveTo>
                  <a:pt x="179943" y="241300"/>
                </a:moveTo>
                <a:lnTo>
                  <a:pt x="227092" y="241300"/>
                </a:lnTo>
                <a:lnTo>
                  <a:pt x="228282" y="241300"/>
                </a:lnTo>
                <a:cubicBezTo>
                  <a:pt x="218043" y="262573"/>
                  <a:pt x="222091" y="287496"/>
                  <a:pt x="237411" y="304403"/>
                </a:cubicBezTo>
                <a:cubicBezTo>
                  <a:pt x="221377" y="322104"/>
                  <a:pt x="217726" y="348694"/>
                  <a:pt x="229949" y="370602"/>
                </a:cubicBezTo>
                <a:lnTo>
                  <a:pt x="247809" y="402669"/>
                </a:lnTo>
                <a:cubicBezTo>
                  <a:pt x="248523" y="403939"/>
                  <a:pt x="249317" y="405209"/>
                  <a:pt x="250111" y="406400"/>
                </a:cubicBezTo>
                <a:lnTo>
                  <a:pt x="61992" y="406400"/>
                </a:lnTo>
                <a:cubicBezTo>
                  <a:pt x="48974" y="406400"/>
                  <a:pt x="38417" y="395843"/>
                  <a:pt x="38417" y="382826"/>
                </a:cubicBezTo>
                <a:cubicBezTo>
                  <a:pt x="38417" y="304641"/>
                  <a:pt x="101759" y="241300"/>
                  <a:pt x="179943" y="241300"/>
                </a:cubicBezTo>
                <a:close/>
                <a:moveTo>
                  <a:pt x="343376" y="196533"/>
                </a:moveTo>
                <a:cubicBezTo>
                  <a:pt x="343376" y="185976"/>
                  <a:pt x="351869" y="177483"/>
                  <a:pt x="362426" y="177483"/>
                </a:cubicBezTo>
                <a:lnTo>
                  <a:pt x="400526" y="177483"/>
                </a:lnTo>
                <a:cubicBezTo>
                  <a:pt x="411083" y="177483"/>
                  <a:pt x="419576" y="185976"/>
                  <a:pt x="419576" y="196533"/>
                </a:cubicBezTo>
                <a:lnTo>
                  <a:pt x="419576" y="201374"/>
                </a:lnTo>
                <a:cubicBezTo>
                  <a:pt x="419576" y="216376"/>
                  <a:pt x="438706" y="227409"/>
                  <a:pt x="451723" y="219948"/>
                </a:cubicBezTo>
                <a:lnTo>
                  <a:pt x="455692" y="217646"/>
                </a:lnTo>
                <a:cubicBezTo>
                  <a:pt x="464899" y="212328"/>
                  <a:pt x="476726" y="215582"/>
                  <a:pt x="481886" y="224869"/>
                </a:cubicBezTo>
                <a:lnTo>
                  <a:pt x="499666" y="256778"/>
                </a:lnTo>
                <a:cubicBezTo>
                  <a:pt x="504587" y="265668"/>
                  <a:pt x="501729" y="276781"/>
                  <a:pt x="493157" y="282178"/>
                </a:cubicBezTo>
                <a:lnTo>
                  <a:pt x="489426" y="284480"/>
                </a:lnTo>
                <a:cubicBezTo>
                  <a:pt x="476567" y="292497"/>
                  <a:pt x="476567" y="316151"/>
                  <a:pt x="489426" y="324247"/>
                </a:cubicBezTo>
                <a:lnTo>
                  <a:pt x="493077" y="326549"/>
                </a:lnTo>
                <a:cubicBezTo>
                  <a:pt x="501650" y="331946"/>
                  <a:pt x="504587" y="343059"/>
                  <a:pt x="499666" y="351949"/>
                </a:cubicBezTo>
                <a:lnTo>
                  <a:pt x="481806" y="384016"/>
                </a:lnTo>
                <a:cubicBezTo>
                  <a:pt x="476647" y="393303"/>
                  <a:pt x="464820" y="396637"/>
                  <a:pt x="455613" y="391239"/>
                </a:cubicBezTo>
                <a:lnTo>
                  <a:pt x="451723" y="388938"/>
                </a:lnTo>
                <a:cubicBezTo>
                  <a:pt x="438706" y="381397"/>
                  <a:pt x="419576" y="392509"/>
                  <a:pt x="419576" y="407511"/>
                </a:cubicBezTo>
                <a:lnTo>
                  <a:pt x="419576" y="412353"/>
                </a:lnTo>
                <a:cubicBezTo>
                  <a:pt x="419576" y="422910"/>
                  <a:pt x="411083" y="431403"/>
                  <a:pt x="400526" y="431403"/>
                </a:cubicBezTo>
                <a:lnTo>
                  <a:pt x="362426" y="431403"/>
                </a:lnTo>
                <a:cubicBezTo>
                  <a:pt x="351869" y="431403"/>
                  <a:pt x="343376" y="422910"/>
                  <a:pt x="343376" y="412353"/>
                </a:cubicBezTo>
                <a:lnTo>
                  <a:pt x="343376" y="407670"/>
                </a:lnTo>
                <a:cubicBezTo>
                  <a:pt x="343376" y="392589"/>
                  <a:pt x="324168" y="381476"/>
                  <a:pt x="311071" y="389017"/>
                </a:cubicBezTo>
                <a:lnTo>
                  <a:pt x="307261" y="391239"/>
                </a:lnTo>
                <a:cubicBezTo>
                  <a:pt x="298053" y="396558"/>
                  <a:pt x="286306" y="393303"/>
                  <a:pt x="281067" y="384016"/>
                </a:cubicBezTo>
                <a:lnTo>
                  <a:pt x="263128" y="351949"/>
                </a:lnTo>
                <a:cubicBezTo>
                  <a:pt x="258207" y="343059"/>
                  <a:pt x="261064" y="331867"/>
                  <a:pt x="269716" y="326469"/>
                </a:cubicBezTo>
                <a:lnTo>
                  <a:pt x="273209" y="324326"/>
                </a:lnTo>
                <a:cubicBezTo>
                  <a:pt x="286147" y="316309"/>
                  <a:pt x="286147" y="292497"/>
                  <a:pt x="273209" y="284480"/>
                </a:cubicBezTo>
                <a:lnTo>
                  <a:pt x="269637" y="282258"/>
                </a:lnTo>
                <a:cubicBezTo>
                  <a:pt x="260985" y="276860"/>
                  <a:pt x="258128" y="265668"/>
                  <a:pt x="263049" y="256778"/>
                </a:cubicBezTo>
                <a:lnTo>
                  <a:pt x="280908" y="224790"/>
                </a:lnTo>
                <a:cubicBezTo>
                  <a:pt x="286068" y="215503"/>
                  <a:pt x="297894" y="212249"/>
                  <a:pt x="307023" y="217567"/>
                </a:cubicBezTo>
                <a:lnTo>
                  <a:pt x="310832" y="219789"/>
                </a:lnTo>
                <a:cubicBezTo>
                  <a:pt x="323929" y="227330"/>
                  <a:pt x="343138" y="216218"/>
                  <a:pt x="343138" y="201136"/>
                </a:cubicBezTo>
                <a:lnTo>
                  <a:pt x="343138" y="196453"/>
                </a:lnTo>
                <a:close/>
                <a:moveTo>
                  <a:pt x="422672" y="304641"/>
                </a:moveTo>
                <a:cubicBezTo>
                  <a:pt x="422672" y="281861"/>
                  <a:pt x="404177" y="263366"/>
                  <a:pt x="381397" y="263366"/>
                </a:cubicBezTo>
                <a:cubicBezTo>
                  <a:pt x="358617" y="263366"/>
                  <a:pt x="340122" y="281861"/>
                  <a:pt x="340122" y="304641"/>
                </a:cubicBezTo>
                <a:cubicBezTo>
                  <a:pt x="340122" y="327422"/>
                  <a:pt x="358617" y="345916"/>
                  <a:pt x="381397" y="345916"/>
                </a:cubicBezTo>
                <a:cubicBezTo>
                  <a:pt x="404177" y="345916"/>
                  <a:pt x="422672" y="327422"/>
                  <a:pt x="422672" y="304641"/>
                </a:cubicBezTo>
                <a:close/>
              </a:path>
            </a:pathLst>
          </a:custGeom>
          <a:solidFill>
            <a:srgbClr val="4CAF50"/>
          </a:solidFill>
          <a:ln/>
        </p:spPr>
      </p:sp>
      <p:sp>
        <p:nvSpPr>
          <p:cNvPr id="21" name="Text 19"/>
          <p:cNvSpPr/>
          <p:nvPr/>
        </p:nvSpPr>
        <p:spPr>
          <a:xfrm>
            <a:off x="9334500" y="4826000"/>
            <a:ext cx="317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Player Input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34500" y="52070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Component that bridges the Input System with your game scripts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62000" y="6286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7C5CFF">
              <a:alpha val="8235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01725" y="6578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25" name="Text 23"/>
          <p:cNvSpPr/>
          <p:nvPr/>
        </p:nvSpPr>
        <p:spPr>
          <a:xfrm>
            <a:off x="1651000" y="6413500"/>
            <a:ext cx="134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Unified API: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Input System provides one consistent interface for all input devices — keyboard, mouse, gamepad, and touch — with automatic device detection and remapping support.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7" name="Text 25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Actions &amp; Action Maps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651000"/>
            <a:ext cx="457200" cy="4572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651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97000" y="16510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Create asset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Assets &gt; Create &gt; Input Actions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2476500"/>
            <a:ext cx="457200" cy="4572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2476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97000" y="24765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Define Action Maps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"Player" for gameplay, "UI" for menus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3302000"/>
            <a:ext cx="457200" cy="457200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3302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97000" y="33020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Add Actions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Move, Jump, Attack, Interact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4127500"/>
            <a:ext cx="457200" cy="457200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4127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97000" y="41275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Configure Bindings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WASD/Arrows for Move, Space for Jump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49530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4953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97000" y="49530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Generate C# class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for type-safe code access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000" y="57785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762000" y="5778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97000" y="57785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Add Player Input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component to your player GameObject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382000" y="1651000"/>
            <a:ext cx="7112000" cy="4826000"/>
          </a:xfrm>
          <a:prstGeom prst="roundRect">
            <a:avLst>
              <a:gd name="adj" fmla="val 8000"/>
            </a:avLst>
          </a:prstGeom>
          <a:solidFill>
            <a:srgbClr val="252A3A"/>
          </a:solidFill>
          <a:ln/>
        </p:spPr>
      </p:sp>
      <p:sp>
        <p:nvSpPr>
          <p:cNvPr id="24" name="Shape 22"/>
          <p:cNvSpPr/>
          <p:nvPr/>
        </p:nvSpPr>
        <p:spPr>
          <a:xfrm>
            <a:off x="8763000" y="203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200025" y="142875"/>
                </a:moveTo>
                <a:cubicBezTo>
                  <a:pt x="200025" y="127104"/>
                  <a:pt x="212829" y="114300"/>
                  <a:pt x="228600" y="114300"/>
                </a:cubicBezTo>
                <a:cubicBezTo>
                  <a:pt x="244371" y="114300"/>
                  <a:pt x="257175" y="127104"/>
                  <a:pt x="257175" y="142875"/>
                </a:cubicBezTo>
                <a:cubicBezTo>
                  <a:pt x="257175" y="158646"/>
                  <a:pt x="244371" y="171450"/>
                  <a:pt x="228600" y="171450"/>
                </a:cubicBezTo>
                <a:cubicBezTo>
                  <a:pt x="212829" y="171450"/>
                  <a:pt x="200025" y="158646"/>
                  <a:pt x="200025" y="142875"/>
                </a:cubicBezTo>
                <a:close/>
                <a:moveTo>
                  <a:pt x="192881" y="200025"/>
                </a:moveTo>
                <a:lnTo>
                  <a:pt x="235744" y="200025"/>
                </a:lnTo>
                <a:cubicBezTo>
                  <a:pt x="247620" y="200025"/>
                  <a:pt x="257175" y="209580"/>
                  <a:pt x="257175" y="221456"/>
                </a:cubicBezTo>
                <a:lnTo>
                  <a:pt x="257175" y="300038"/>
                </a:lnTo>
                <a:lnTo>
                  <a:pt x="264319" y="300038"/>
                </a:lnTo>
                <a:cubicBezTo>
                  <a:pt x="276195" y="300038"/>
                  <a:pt x="285750" y="309592"/>
                  <a:pt x="285750" y="321469"/>
                </a:cubicBezTo>
                <a:cubicBezTo>
                  <a:pt x="285750" y="333345"/>
                  <a:pt x="276195" y="342900"/>
                  <a:pt x="264319" y="342900"/>
                </a:cubicBezTo>
                <a:lnTo>
                  <a:pt x="192881" y="342900"/>
                </a:lnTo>
                <a:cubicBezTo>
                  <a:pt x="181005" y="342900"/>
                  <a:pt x="171450" y="333345"/>
                  <a:pt x="171450" y="321469"/>
                </a:cubicBezTo>
                <a:cubicBezTo>
                  <a:pt x="171450" y="309592"/>
                  <a:pt x="181005" y="300038"/>
                  <a:pt x="192881" y="300038"/>
                </a:cubicBezTo>
                <a:lnTo>
                  <a:pt x="214313" y="300038"/>
                </a:lnTo>
                <a:lnTo>
                  <a:pt x="214313" y="242888"/>
                </a:lnTo>
                <a:lnTo>
                  <a:pt x="192881" y="242888"/>
                </a:lnTo>
                <a:cubicBezTo>
                  <a:pt x="181005" y="242888"/>
                  <a:pt x="171450" y="233333"/>
                  <a:pt x="171450" y="221456"/>
                </a:cubicBezTo>
                <a:cubicBezTo>
                  <a:pt x="171450" y="209580"/>
                  <a:pt x="181005" y="200025"/>
                  <a:pt x="192881" y="200025"/>
                </a:cubicBezTo>
                <a:close/>
              </a:path>
            </a:pathLst>
          </a:custGeom>
          <a:solidFill>
            <a:srgbClr val="00E5C7"/>
          </a:solidFill>
          <a:ln/>
        </p:spPr>
      </p:sp>
      <p:sp>
        <p:nvSpPr>
          <p:cNvPr id="25" name="Text 23"/>
          <p:cNvSpPr/>
          <p:nvPr/>
        </p:nvSpPr>
        <p:spPr>
          <a:xfrm>
            <a:off x="9398000" y="20320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 Maps Explained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63000" y="2730500"/>
            <a:ext cx="63500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Gameplay Map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Active during play — Move, Jump, Attack, Pause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Menu Map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Active in menus — Navigate, Select, Back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Context Switching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Enable/disable maps at runtime for context-sensitive controls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8" name="Text 26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Player Controller Script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875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Player Controller bridges </a:t>
            </a:r>
            <a:r>
              <a:rPr lang="en-US" sz="18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Input System events</a:t>
            </a: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</a:t>
            </a:r>
            <a:r>
              <a:rPr lang="en-US" sz="18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Rigidbody2D physics</a:t>
            </a: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The golden rule: separate input reading from physics application.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476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kern="0" spc="200" dirty="0">
                <a:solidFill>
                  <a:srgbClr val="7C5C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PATTERN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048000"/>
            <a:ext cx="4445000" cy="2032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3302000"/>
            <a:ext cx="1143000" cy="330200"/>
          </a:xfrm>
          <a:prstGeom prst="roundRect">
            <a:avLst>
              <a:gd name="adj" fmla="val 14000"/>
            </a:avLst>
          </a:prstGeom>
          <a:solidFill>
            <a:srgbClr val="7C5CFF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302000"/>
            <a:ext cx="114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810000"/>
            <a:ext cx="393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Read input values here: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movement direction</a:t>
            </a: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r>
              <a:rPr lang="en-US" sz="15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jump pressed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334000" y="3937000"/>
            <a:ext cx="508000" cy="0"/>
          </a:xfrm>
          <a:prstGeom prst="straightConnector1">
            <a:avLst/>
          </a:prstGeom>
          <a:noFill/>
          <a:ln w="25400">
            <a:solidFill>
              <a:srgbClr val="7C5CFF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5969000" y="3048000"/>
            <a:ext cx="4445000" cy="2032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3" name="Shape 11"/>
          <p:cNvSpPr/>
          <p:nvPr/>
        </p:nvSpPr>
        <p:spPr>
          <a:xfrm>
            <a:off x="6223000" y="3302000"/>
            <a:ext cx="1651000" cy="330200"/>
          </a:xfrm>
          <a:prstGeom prst="roundRect">
            <a:avLst>
              <a:gd name="adj" fmla="val 14000"/>
            </a:avLst>
          </a:prstGeom>
          <a:solidFill>
            <a:srgbClr val="00E5C7"/>
          </a:solidFill>
          <a:ln/>
        </p:spPr>
      </p:sp>
      <p:sp>
        <p:nvSpPr>
          <p:cNvPr id="14" name="Text 12"/>
          <p:cNvSpPr/>
          <p:nvPr/>
        </p:nvSpPr>
        <p:spPr>
          <a:xfrm>
            <a:off x="6223000" y="3302000"/>
            <a:ext cx="165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FIXEDUPDATE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23000" y="3810000"/>
            <a:ext cx="393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Apply physics here: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rb.velocity</a:t>
            </a: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or </a:t>
            </a:r>
            <a:r>
              <a:rPr lang="en-US" sz="15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AddForce()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541000" y="3937000"/>
            <a:ext cx="508000" cy="0"/>
          </a:xfrm>
          <a:prstGeom prst="straightConnector1">
            <a:avLst/>
          </a:prstGeom>
          <a:noFill/>
          <a:ln w="25400">
            <a:solidFill>
              <a:srgbClr val="7C5CFF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1176000" y="3048000"/>
            <a:ext cx="4318000" cy="2032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8" name="Shape 16"/>
          <p:cNvSpPr/>
          <p:nvPr/>
        </p:nvSpPr>
        <p:spPr>
          <a:xfrm>
            <a:off x="11430000" y="3302000"/>
            <a:ext cx="1270000" cy="330200"/>
          </a:xfrm>
          <a:prstGeom prst="roundRect">
            <a:avLst>
              <a:gd name="adj" fmla="val 14000"/>
            </a:avLst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0" y="33020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0" y="3810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Smooth, responsive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physics-driven movement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2000" y="5397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kern="0" spc="200" dirty="0">
                <a:solidFill>
                  <a:srgbClr val="7C5C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METHODS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9690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252A3A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6096000"/>
            <a:ext cx="1397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OnMove(InputValue value)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called when movement input changes, read value.Get&lt;Vector2&gt;()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OnJump()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called when jump action is triggered, apply upward force to Rigidbody2D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FixedUpdate()</a:t>
            </a: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apply physics here using stored input values, never read input directly in FixedUpdate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5" name="Text 23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Canvases and User Interface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875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r>
              <a:rPr lang="en-US" sz="18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Canvas</a:t>
            </a: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Unity's foundational UI component — all UI elements must be children of a Canvas. Proper configuration ensures your UI looks great across all screen sizes.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476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kern="0" spc="200" dirty="0">
                <a:solidFill>
                  <a:srgbClr val="7C5C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ESSENTIAL PROPERTIES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048000"/>
            <a:ext cx="4699000" cy="2921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8" name="Shape 6"/>
          <p:cNvSpPr/>
          <p:nvPr/>
        </p:nvSpPr>
        <p:spPr>
          <a:xfrm>
            <a:off x="1079500" y="3365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44500" y="95250"/>
                </a:moveTo>
                <a:lnTo>
                  <a:pt x="444500" y="349250"/>
                </a:lnTo>
                <a:lnTo>
                  <a:pt x="63500" y="349250"/>
                </a:lnTo>
                <a:lnTo>
                  <a:pt x="63500" y="95250"/>
                </a:lnTo>
                <a:lnTo>
                  <a:pt x="444500" y="95250"/>
                </a:lnTo>
                <a:close/>
                <a:moveTo>
                  <a:pt x="63500" y="31750"/>
                </a:moveTo>
                <a:cubicBezTo>
                  <a:pt x="28476" y="31750"/>
                  <a:pt x="0" y="60226"/>
                  <a:pt x="0" y="95250"/>
                </a:cubicBezTo>
                <a:lnTo>
                  <a:pt x="0" y="349250"/>
                </a:lnTo>
                <a:cubicBezTo>
                  <a:pt x="0" y="384274"/>
                  <a:pt x="28476" y="412750"/>
                  <a:pt x="63500" y="412750"/>
                </a:cubicBezTo>
                <a:lnTo>
                  <a:pt x="206375" y="412750"/>
                </a:lnTo>
                <a:lnTo>
                  <a:pt x="190500" y="460375"/>
                </a:lnTo>
                <a:lnTo>
                  <a:pt x="119063" y="460375"/>
                </a:lnTo>
                <a:cubicBezTo>
                  <a:pt x="105866" y="460375"/>
                  <a:pt x="95250" y="470991"/>
                  <a:pt x="95250" y="484187"/>
                </a:cubicBezTo>
                <a:cubicBezTo>
                  <a:pt x="95250" y="497384"/>
                  <a:pt x="105866" y="508000"/>
                  <a:pt x="119063" y="508000"/>
                </a:cubicBezTo>
                <a:lnTo>
                  <a:pt x="388938" y="508000"/>
                </a:lnTo>
                <a:cubicBezTo>
                  <a:pt x="402134" y="508000"/>
                  <a:pt x="412750" y="497384"/>
                  <a:pt x="412750" y="484187"/>
                </a:cubicBezTo>
                <a:cubicBezTo>
                  <a:pt x="412750" y="470991"/>
                  <a:pt x="402134" y="460375"/>
                  <a:pt x="388938" y="460375"/>
                </a:cubicBezTo>
                <a:lnTo>
                  <a:pt x="317500" y="460375"/>
                </a:lnTo>
                <a:lnTo>
                  <a:pt x="301625" y="412750"/>
                </a:lnTo>
                <a:lnTo>
                  <a:pt x="444500" y="412750"/>
                </a:lnTo>
                <a:cubicBezTo>
                  <a:pt x="479524" y="412750"/>
                  <a:pt x="508000" y="384274"/>
                  <a:pt x="508000" y="349250"/>
                </a:cubicBezTo>
                <a:lnTo>
                  <a:pt x="508000" y="95250"/>
                </a:lnTo>
                <a:cubicBezTo>
                  <a:pt x="508000" y="60226"/>
                  <a:pt x="479524" y="31750"/>
                  <a:pt x="444500" y="31750"/>
                </a:cubicBezTo>
                <a:lnTo>
                  <a:pt x="63500" y="31750"/>
                </a:ln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9" name="Text 7"/>
          <p:cNvSpPr/>
          <p:nvPr/>
        </p:nvSpPr>
        <p:spPr>
          <a:xfrm>
            <a:off x="1079500" y="40386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Render Mode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9500" y="44704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Overlay</a:t>
            </a: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HUD, </a:t>
            </a:r>
            <a:r>
              <a:rPr lang="en-US" sz="15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Camera</a:t>
            </a: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perspective, </a:t>
            </a:r>
            <a:r>
              <a:rPr lang="en-US" sz="15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World Space</a:t>
            </a: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in-world UI like nameplates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778500" y="3048000"/>
            <a:ext cx="4699000" cy="2921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2" name="Shape 10"/>
          <p:cNvSpPr/>
          <p:nvPr/>
        </p:nvSpPr>
        <p:spPr>
          <a:xfrm>
            <a:off x="6127750" y="33655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31750" y="31750"/>
                </a:moveTo>
                <a:cubicBezTo>
                  <a:pt x="14188" y="31750"/>
                  <a:pt x="0" y="45938"/>
                  <a:pt x="0" y="63500"/>
                </a:cubicBezTo>
                <a:lnTo>
                  <a:pt x="0" y="158750"/>
                </a:lnTo>
                <a:cubicBezTo>
                  <a:pt x="0" y="176312"/>
                  <a:pt x="14188" y="190500"/>
                  <a:pt x="31750" y="190500"/>
                </a:cubicBezTo>
                <a:cubicBezTo>
                  <a:pt x="49312" y="190500"/>
                  <a:pt x="63500" y="176312"/>
                  <a:pt x="63500" y="158750"/>
                </a:cubicBezTo>
                <a:lnTo>
                  <a:pt x="63500" y="95250"/>
                </a:lnTo>
                <a:lnTo>
                  <a:pt x="127000" y="95250"/>
                </a:lnTo>
                <a:cubicBezTo>
                  <a:pt x="144562" y="95250"/>
                  <a:pt x="158750" y="81062"/>
                  <a:pt x="158750" y="63500"/>
                </a:cubicBezTo>
                <a:cubicBezTo>
                  <a:pt x="158750" y="45938"/>
                  <a:pt x="144562" y="31750"/>
                  <a:pt x="127000" y="31750"/>
                </a:cubicBezTo>
                <a:lnTo>
                  <a:pt x="31750" y="31750"/>
                </a:lnTo>
                <a:close/>
                <a:moveTo>
                  <a:pt x="63500" y="349250"/>
                </a:moveTo>
                <a:cubicBezTo>
                  <a:pt x="63500" y="331688"/>
                  <a:pt x="49312" y="317500"/>
                  <a:pt x="31750" y="317500"/>
                </a:cubicBezTo>
                <a:cubicBezTo>
                  <a:pt x="14188" y="317500"/>
                  <a:pt x="0" y="331688"/>
                  <a:pt x="0" y="349250"/>
                </a:cubicBezTo>
                <a:lnTo>
                  <a:pt x="0" y="444500"/>
                </a:lnTo>
                <a:cubicBezTo>
                  <a:pt x="0" y="462062"/>
                  <a:pt x="14188" y="476250"/>
                  <a:pt x="31750" y="476250"/>
                </a:cubicBezTo>
                <a:lnTo>
                  <a:pt x="127000" y="476250"/>
                </a:lnTo>
                <a:cubicBezTo>
                  <a:pt x="144562" y="476250"/>
                  <a:pt x="158750" y="462062"/>
                  <a:pt x="158750" y="444500"/>
                </a:cubicBezTo>
                <a:cubicBezTo>
                  <a:pt x="158750" y="426938"/>
                  <a:pt x="144562" y="412750"/>
                  <a:pt x="127000" y="412750"/>
                </a:cubicBezTo>
                <a:lnTo>
                  <a:pt x="63500" y="412750"/>
                </a:lnTo>
                <a:lnTo>
                  <a:pt x="63500" y="349250"/>
                </a:lnTo>
                <a:close/>
                <a:moveTo>
                  <a:pt x="317500" y="31750"/>
                </a:moveTo>
                <a:cubicBezTo>
                  <a:pt x="299938" y="31750"/>
                  <a:pt x="285750" y="45938"/>
                  <a:pt x="285750" y="63500"/>
                </a:cubicBezTo>
                <a:cubicBezTo>
                  <a:pt x="285750" y="81062"/>
                  <a:pt x="299938" y="95250"/>
                  <a:pt x="317500" y="95250"/>
                </a:cubicBezTo>
                <a:lnTo>
                  <a:pt x="381000" y="95250"/>
                </a:lnTo>
                <a:lnTo>
                  <a:pt x="381000" y="158750"/>
                </a:lnTo>
                <a:cubicBezTo>
                  <a:pt x="381000" y="176312"/>
                  <a:pt x="395188" y="190500"/>
                  <a:pt x="412750" y="190500"/>
                </a:cubicBezTo>
                <a:cubicBezTo>
                  <a:pt x="430312" y="190500"/>
                  <a:pt x="444500" y="176312"/>
                  <a:pt x="444500" y="158750"/>
                </a:cubicBezTo>
                <a:lnTo>
                  <a:pt x="444500" y="63500"/>
                </a:lnTo>
                <a:cubicBezTo>
                  <a:pt x="444500" y="45938"/>
                  <a:pt x="430312" y="31750"/>
                  <a:pt x="412750" y="31750"/>
                </a:cubicBezTo>
                <a:lnTo>
                  <a:pt x="317500" y="31750"/>
                </a:lnTo>
                <a:close/>
                <a:moveTo>
                  <a:pt x="444500" y="349250"/>
                </a:moveTo>
                <a:cubicBezTo>
                  <a:pt x="444500" y="331688"/>
                  <a:pt x="430312" y="317500"/>
                  <a:pt x="412750" y="317500"/>
                </a:cubicBezTo>
                <a:cubicBezTo>
                  <a:pt x="395188" y="317500"/>
                  <a:pt x="381000" y="331688"/>
                  <a:pt x="381000" y="349250"/>
                </a:cubicBezTo>
                <a:lnTo>
                  <a:pt x="381000" y="412750"/>
                </a:lnTo>
                <a:lnTo>
                  <a:pt x="317500" y="412750"/>
                </a:lnTo>
                <a:cubicBezTo>
                  <a:pt x="299938" y="412750"/>
                  <a:pt x="285750" y="426938"/>
                  <a:pt x="285750" y="444500"/>
                </a:cubicBezTo>
                <a:cubicBezTo>
                  <a:pt x="285750" y="462062"/>
                  <a:pt x="299938" y="476250"/>
                  <a:pt x="317500" y="476250"/>
                </a:cubicBezTo>
                <a:lnTo>
                  <a:pt x="412750" y="476250"/>
                </a:lnTo>
                <a:cubicBezTo>
                  <a:pt x="430312" y="476250"/>
                  <a:pt x="444500" y="462062"/>
                  <a:pt x="444500" y="444500"/>
                </a:cubicBezTo>
                <a:lnTo>
                  <a:pt x="444500" y="349250"/>
                </a:lnTo>
                <a:close/>
              </a:path>
            </a:pathLst>
          </a:custGeom>
          <a:solidFill>
            <a:srgbClr val="00E5C7"/>
          </a:solidFill>
          <a:ln/>
        </p:spPr>
      </p:sp>
      <p:sp>
        <p:nvSpPr>
          <p:cNvPr id="13" name="Text 11"/>
          <p:cNvSpPr/>
          <p:nvPr/>
        </p:nvSpPr>
        <p:spPr>
          <a:xfrm>
            <a:off x="6096000" y="40386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Canvas Scaler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6000" y="44704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Controls how UI adapts to different resolutions. Use </a:t>
            </a:r>
            <a:r>
              <a:rPr lang="en-US" sz="15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Scale With Screen Size</a:t>
            </a: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consistent sizing.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795000" y="3048000"/>
            <a:ext cx="4699000" cy="2921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76000" y="33655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31750" y="31750"/>
                </a:moveTo>
                <a:cubicBezTo>
                  <a:pt x="31750" y="14188"/>
                  <a:pt x="45938" y="0"/>
                  <a:pt x="63500" y="0"/>
                </a:cubicBezTo>
                <a:cubicBezTo>
                  <a:pt x="81062" y="0"/>
                  <a:pt x="95250" y="14188"/>
                  <a:pt x="95250" y="31750"/>
                </a:cubicBezTo>
                <a:lnTo>
                  <a:pt x="95250" y="238125"/>
                </a:lnTo>
                <a:lnTo>
                  <a:pt x="31750" y="238125"/>
                </a:lnTo>
                <a:lnTo>
                  <a:pt x="31750" y="31750"/>
                </a:lnTo>
                <a:close/>
                <a:moveTo>
                  <a:pt x="222250" y="190500"/>
                </a:moveTo>
                <a:cubicBezTo>
                  <a:pt x="222250" y="172938"/>
                  <a:pt x="236438" y="158750"/>
                  <a:pt x="254000" y="158750"/>
                </a:cubicBezTo>
                <a:cubicBezTo>
                  <a:pt x="271562" y="158750"/>
                  <a:pt x="285750" y="172938"/>
                  <a:pt x="285750" y="190500"/>
                </a:cubicBezTo>
                <a:lnTo>
                  <a:pt x="285750" y="254000"/>
                </a:lnTo>
                <a:cubicBezTo>
                  <a:pt x="285750" y="271562"/>
                  <a:pt x="271562" y="285750"/>
                  <a:pt x="254000" y="285750"/>
                </a:cubicBezTo>
                <a:cubicBezTo>
                  <a:pt x="236438" y="285750"/>
                  <a:pt x="222250" y="271562"/>
                  <a:pt x="222250" y="254000"/>
                </a:cubicBezTo>
                <a:lnTo>
                  <a:pt x="222250" y="190500"/>
                </a:lnTo>
                <a:close/>
                <a:moveTo>
                  <a:pt x="158750" y="127000"/>
                </a:moveTo>
                <a:cubicBezTo>
                  <a:pt x="176312" y="127000"/>
                  <a:pt x="190500" y="141188"/>
                  <a:pt x="190500" y="158750"/>
                </a:cubicBezTo>
                <a:lnTo>
                  <a:pt x="190500" y="206375"/>
                </a:lnTo>
                <a:cubicBezTo>
                  <a:pt x="190500" y="223937"/>
                  <a:pt x="176312" y="238125"/>
                  <a:pt x="158750" y="238125"/>
                </a:cubicBezTo>
                <a:cubicBezTo>
                  <a:pt x="141188" y="238125"/>
                  <a:pt x="127000" y="223937"/>
                  <a:pt x="127000" y="206375"/>
                </a:cubicBezTo>
                <a:lnTo>
                  <a:pt x="127000" y="158750"/>
                </a:lnTo>
                <a:cubicBezTo>
                  <a:pt x="127000" y="141188"/>
                  <a:pt x="141188" y="127000"/>
                  <a:pt x="158750" y="127000"/>
                </a:cubicBezTo>
                <a:close/>
                <a:moveTo>
                  <a:pt x="317500" y="222250"/>
                </a:moveTo>
                <a:cubicBezTo>
                  <a:pt x="317500" y="204688"/>
                  <a:pt x="331688" y="190500"/>
                  <a:pt x="349250" y="190500"/>
                </a:cubicBezTo>
                <a:cubicBezTo>
                  <a:pt x="366812" y="190500"/>
                  <a:pt x="381000" y="204688"/>
                  <a:pt x="381000" y="222250"/>
                </a:cubicBezTo>
                <a:lnTo>
                  <a:pt x="381000" y="285750"/>
                </a:lnTo>
                <a:cubicBezTo>
                  <a:pt x="381000" y="303312"/>
                  <a:pt x="366812" y="317500"/>
                  <a:pt x="349250" y="317500"/>
                </a:cubicBezTo>
                <a:cubicBezTo>
                  <a:pt x="331688" y="317500"/>
                  <a:pt x="317500" y="303312"/>
                  <a:pt x="317500" y="285750"/>
                </a:cubicBezTo>
                <a:lnTo>
                  <a:pt x="317500" y="222250"/>
                </a:lnTo>
                <a:close/>
                <a:moveTo>
                  <a:pt x="222250" y="309562"/>
                </a:moveTo>
                <a:lnTo>
                  <a:pt x="222250" y="308967"/>
                </a:lnTo>
                <a:cubicBezTo>
                  <a:pt x="231577" y="314325"/>
                  <a:pt x="242391" y="317500"/>
                  <a:pt x="254000" y="317500"/>
                </a:cubicBezTo>
                <a:cubicBezTo>
                  <a:pt x="267097" y="317500"/>
                  <a:pt x="279202" y="313531"/>
                  <a:pt x="289322" y="306784"/>
                </a:cubicBezTo>
                <a:cubicBezTo>
                  <a:pt x="297954" y="331490"/>
                  <a:pt x="321568" y="349250"/>
                  <a:pt x="349250" y="349250"/>
                </a:cubicBezTo>
                <a:cubicBezTo>
                  <a:pt x="360859" y="349250"/>
                  <a:pt x="371673" y="346174"/>
                  <a:pt x="381000" y="340717"/>
                </a:cubicBezTo>
                <a:lnTo>
                  <a:pt x="381000" y="349250"/>
                </a:lnTo>
                <a:cubicBezTo>
                  <a:pt x="381000" y="436959"/>
                  <a:pt x="309959" y="508000"/>
                  <a:pt x="222250" y="508000"/>
                </a:cubicBezTo>
                <a:lnTo>
                  <a:pt x="161032" y="508000"/>
                </a:lnTo>
                <a:cubicBezTo>
                  <a:pt x="118963" y="508000"/>
                  <a:pt x="78581" y="491232"/>
                  <a:pt x="48816" y="461466"/>
                </a:cubicBezTo>
                <a:lnTo>
                  <a:pt x="37207" y="449957"/>
                </a:lnTo>
                <a:cubicBezTo>
                  <a:pt x="13395" y="426145"/>
                  <a:pt x="0" y="393799"/>
                  <a:pt x="0" y="360164"/>
                </a:cubicBezTo>
                <a:lnTo>
                  <a:pt x="0" y="333375"/>
                </a:lnTo>
                <a:cubicBezTo>
                  <a:pt x="0" y="298351"/>
                  <a:pt x="28476" y="269875"/>
                  <a:pt x="63500" y="269875"/>
                </a:cubicBezTo>
                <a:lnTo>
                  <a:pt x="150813" y="269875"/>
                </a:lnTo>
                <a:cubicBezTo>
                  <a:pt x="172740" y="269875"/>
                  <a:pt x="190500" y="287635"/>
                  <a:pt x="190500" y="309562"/>
                </a:cubicBezTo>
                <a:cubicBezTo>
                  <a:pt x="190500" y="331490"/>
                  <a:pt x="172740" y="349250"/>
                  <a:pt x="150813" y="349250"/>
                </a:cubicBezTo>
                <a:lnTo>
                  <a:pt x="95250" y="349250"/>
                </a:lnTo>
                <a:cubicBezTo>
                  <a:pt x="86519" y="349250"/>
                  <a:pt x="79375" y="356394"/>
                  <a:pt x="79375" y="365125"/>
                </a:cubicBezTo>
                <a:cubicBezTo>
                  <a:pt x="79375" y="373856"/>
                  <a:pt x="86519" y="381000"/>
                  <a:pt x="95250" y="381000"/>
                </a:cubicBezTo>
                <a:lnTo>
                  <a:pt x="150813" y="381000"/>
                </a:lnTo>
                <a:cubicBezTo>
                  <a:pt x="190302" y="381000"/>
                  <a:pt x="222250" y="349052"/>
                  <a:pt x="222250" y="309562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11112500" y="40386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Graphic Raycaster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12500" y="44704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Handles click and touch detection on UI elements. Required for Buttons, Sliders, and interactive UI.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2000" y="6350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7C5CFF">
              <a:alpha val="8235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23950" y="66294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21" name="Text 19"/>
          <p:cNvSpPr/>
          <p:nvPr/>
        </p:nvSpPr>
        <p:spPr>
          <a:xfrm>
            <a:off x="1651000" y="6477000"/>
            <a:ext cx="134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Best Practice: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Set your Canvas Scaler reference resolution to your target design resolution (e.g., 1920x1080) and use </a:t>
            </a: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Scale With Screen Size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mode for consistent UI across devices.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3" name="Text 21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 Components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1143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Unity provides a rich set of built-in UI components for building game interfaces.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3492500" cy="14605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8011" y="35213"/>
                </a:moveTo>
                <a:cubicBezTo>
                  <a:pt x="194399" y="27295"/>
                  <a:pt x="186482" y="22225"/>
                  <a:pt x="177800" y="22225"/>
                </a:cubicBezTo>
                <a:cubicBezTo>
                  <a:pt x="169118" y="22225"/>
                  <a:pt x="161201" y="27295"/>
                  <a:pt x="157589" y="35213"/>
                </a:cubicBezTo>
                <a:lnTo>
                  <a:pt x="41325" y="288925"/>
                </a:lnTo>
                <a:lnTo>
                  <a:pt x="33337" y="288925"/>
                </a:lnTo>
                <a:cubicBezTo>
                  <a:pt x="21044" y="288925"/>
                  <a:pt x="11112" y="298857"/>
                  <a:pt x="11112" y="311150"/>
                </a:cubicBezTo>
                <a:cubicBezTo>
                  <a:pt x="11112" y="323443"/>
                  <a:pt x="21044" y="333375"/>
                  <a:pt x="33337" y="333375"/>
                </a:cubicBezTo>
                <a:lnTo>
                  <a:pt x="94456" y="333375"/>
                </a:lnTo>
                <a:cubicBezTo>
                  <a:pt x="106749" y="333375"/>
                  <a:pt x="116681" y="323443"/>
                  <a:pt x="116681" y="311150"/>
                </a:cubicBezTo>
                <a:cubicBezTo>
                  <a:pt x="116681" y="298857"/>
                  <a:pt x="106749" y="288925"/>
                  <a:pt x="94456" y="288925"/>
                </a:cubicBezTo>
                <a:lnTo>
                  <a:pt x="90220" y="288925"/>
                </a:lnTo>
                <a:lnTo>
                  <a:pt x="105499" y="255587"/>
                </a:lnTo>
                <a:lnTo>
                  <a:pt x="250170" y="255587"/>
                </a:lnTo>
                <a:lnTo>
                  <a:pt x="265450" y="288925"/>
                </a:lnTo>
                <a:lnTo>
                  <a:pt x="261213" y="288925"/>
                </a:lnTo>
                <a:cubicBezTo>
                  <a:pt x="248920" y="288925"/>
                  <a:pt x="238988" y="298857"/>
                  <a:pt x="238988" y="311150"/>
                </a:cubicBezTo>
                <a:cubicBezTo>
                  <a:pt x="238988" y="323443"/>
                  <a:pt x="248920" y="333375"/>
                  <a:pt x="261213" y="333375"/>
                </a:cubicBezTo>
                <a:lnTo>
                  <a:pt x="322332" y="333375"/>
                </a:lnTo>
                <a:cubicBezTo>
                  <a:pt x="334625" y="333375"/>
                  <a:pt x="344557" y="323443"/>
                  <a:pt x="344557" y="311150"/>
                </a:cubicBezTo>
                <a:cubicBezTo>
                  <a:pt x="344557" y="298857"/>
                  <a:pt x="334625" y="288925"/>
                  <a:pt x="322332" y="288925"/>
                </a:cubicBezTo>
                <a:lnTo>
                  <a:pt x="314345" y="288925"/>
                </a:lnTo>
                <a:lnTo>
                  <a:pt x="198080" y="35213"/>
                </a:lnTo>
                <a:close/>
                <a:moveTo>
                  <a:pt x="229751" y="211138"/>
                </a:moveTo>
                <a:lnTo>
                  <a:pt x="125849" y="211138"/>
                </a:lnTo>
                <a:lnTo>
                  <a:pt x="177800" y="97790"/>
                </a:lnTo>
                <a:lnTo>
                  <a:pt x="229751" y="211138"/>
                </a:ln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2349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 / TextMeshPro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768600"/>
            <a:ext cx="298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Display text with crisp, scalable rendering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08500" y="2095500"/>
            <a:ext cx="3492500" cy="14605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1" name="Shape 9"/>
          <p:cNvSpPr/>
          <p:nvPr/>
        </p:nvSpPr>
        <p:spPr>
          <a:xfrm>
            <a:off x="4784725" y="2349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  <a:moveTo>
                  <a:pt x="88900" y="77788"/>
                </a:moveTo>
                <a:cubicBezTo>
                  <a:pt x="107299" y="77788"/>
                  <a:pt x="122238" y="92726"/>
                  <a:pt x="122238" y="111125"/>
                </a:cubicBezTo>
                <a:cubicBezTo>
                  <a:pt x="122238" y="129524"/>
                  <a:pt x="107299" y="144463"/>
                  <a:pt x="88900" y="144463"/>
                </a:cubicBezTo>
                <a:cubicBezTo>
                  <a:pt x="70501" y="144463"/>
                  <a:pt x="55563" y="129524"/>
                  <a:pt x="55563" y="111125"/>
                </a:cubicBezTo>
                <a:cubicBezTo>
                  <a:pt x="55563" y="92726"/>
                  <a:pt x="70501" y="77788"/>
                  <a:pt x="88900" y="77788"/>
                </a:cubicBezTo>
                <a:close/>
                <a:moveTo>
                  <a:pt x="188913" y="155575"/>
                </a:moveTo>
                <a:cubicBezTo>
                  <a:pt x="194747" y="155575"/>
                  <a:pt x="200094" y="158631"/>
                  <a:pt x="203150" y="163562"/>
                </a:cubicBezTo>
                <a:lnTo>
                  <a:pt x="264269" y="263575"/>
                </a:lnTo>
                <a:cubicBezTo>
                  <a:pt x="267395" y="268714"/>
                  <a:pt x="267533" y="275173"/>
                  <a:pt x="264616" y="280452"/>
                </a:cubicBezTo>
                <a:cubicBezTo>
                  <a:pt x="261699" y="285730"/>
                  <a:pt x="256074" y="288925"/>
                  <a:pt x="250031" y="288925"/>
                </a:cubicBezTo>
                <a:lnTo>
                  <a:pt x="61119" y="288925"/>
                </a:lnTo>
                <a:cubicBezTo>
                  <a:pt x="54937" y="288925"/>
                  <a:pt x="49173" y="285452"/>
                  <a:pt x="46325" y="279966"/>
                </a:cubicBezTo>
                <a:cubicBezTo>
                  <a:pt x="43478" y="274479"/>
                  <a:pt x="43894" y="267811"/>
                  <a:pt x="47436" y="262741"/>
                </a:cubicBezTo>
                <a:lnTo>
                  <a:pt x="86330" y="207179"/>
                </a:lnTo>
                <a:cubicBezTo>
                  <a:pt x="89456" y="202734"/>
                  <a:pt x="94526" y="200094"/>
                  <a:pt x="100013" y="200094"/>
                </a:cubicBezTo>
                <a:cubicBezTo>
                  <a:pt x="105499" y="200094"/>
                  <a:pt x="110569" y="202734"/>
                  <a:pt x="113695" y="207179"/>
                </a:cubicBezTo>
                <a:lnTo>
                  <a:pt x="132030" y="233432"/>
                </a:lnTo>
                <a:lnTo>
                  <a:pt x="174675" y="163632"/>
                </a:lnTo>
                <a:cubicBezTo>
                  <a:pt x="177731" y="158700"/>
                  <a:pt x="183078" y="155644"/>
                  <a:pt x="188913" y="155644"/>
                </a:cubicBez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12" name="Text 10"/>
          <p:cNvSpPr/>
          <p:nvPr/>
        </p:nvSpPr>
        <p:spPr>
          <a:xfrm>
            <a:off x="5245100" y="2349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62500" y="2768600"/>
            <a:ext cx="298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Display sprites, textures, and backgrounds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55000" y="2095500"/>
            <a:ext cx="3492500" cy="14605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5" name="Shape 13"/>
          <p:cNvSpPr/>
          <p:nvPr/>
        </p:nvSpPr>
        <p:spPr>
          <a:xfrm>
            <a:off x="8531225" y="2349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  <a:moveTo>
                  <a:pt x="214193" y="147727"/>
                </a:moveTo>
                <a:lnTo>
                  <a:pt x="158631" y="236627"/>
                </a:lnTo>
                <a:cubicBezTo>
                  <a:pt x="155714" y="241280"/>
                  <a:pt x="150713" y="244197"/>
                  <a:pt x="145226" y="244475"/>
                </a:cubicBezTo>
                <a:cubicBezTo>
                  <a:pt x="139740" y="244753"/>
                  <a:pt x="134461" y="242253"/>
                  <a:pt x="131197" y="237808"/>
                </a:cubicBezTo>
                <a:lnTo>
                  <a:pt x="97859" y="193357"/>
                </a:lnTo>
                <a:cubicBezTo>
                  <a:pt x="92303" y="185995"/>
                  <a:pt x="93831" y="175577"/>
                  <a:pt x="101193" y="170021"/>
                </a:cubicBezTo>
                <a:cubicBezTo>
                  <a:pt x="108555" y="164465"/>
                  <a:pt x="118973" y="165993"/>
                  <a:pt x="124529" y="173355"/>
                </a:cubicBezTo>
                <a:lnTo>
                  <a:pt x="143282" y="198358"/>
                </a:lnTo>
                <a:lnTo>
                  <a:pt x="185926" y="130086"/>
                </a:lnTo>
                <a:cubicBezTo>
                  <a:pt x="190788" y="122307"/>
                  <a:pt x="201067" y="119876"/>
                  <a:pt x="208915" y="124807"/>
                </a:cubicBezTo>
                <a:cubicBezTo>
                  <a:pt x="216763" y="129738"/>
                  <a:pt x="219125" y="139948"/>
                  <a:pt x="214193" y="147796"/>
                </a:cubicBezTo>
                <a:close/>
              </a:path>
            </a:pathLst>
          </a:custGeom>
          <a:solidFill>
            <a:srgbClr val="00E5C7"/>
          </a:solidFill>
          <a:ln/>
        </p:spPr>
      </p:sp>
      <p:sp>
        <p:nvSpPr>
          <p:cNvPr id="16" name="Text 14"/>
          <p:cNvSpPr/>
          <p:nvPr/>
        </p:nvSpPr>
        <p:spPr>
          <a:xfrm>
            <a:off x="8991600" y="2349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Button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09000" y="2768600"/>
            <a:ext cx="298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Clickable elements with Normal, Hover, Press states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001500" y="2095500"/>
            <a:ext cx="3492500" cy="14605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9" name="Shape 17"/>
          <p:cNvSpPr/>
          <p:nvPr/>
        </p:nvSpPr>
        <p:spPr>
          <a:xfrm>
            <a:off x="122555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44450"/>
                </a:moveTo>
                <a:cubicBezTo>
                  <a:pt x="9932" y="44450"/>
                  <a:pt x="0" y="54382"/>
                  <a:pt x="0" y="66675"/>
                </a:cubicBezTo>
                <a:cubicBezTo>
                  <a:pt x="0" y="78968"/>
                  <a:pt x="9932" y="88900"/>
                  <a:pt x="22225" y="88900"/>
                </a:cubicBezTo>
                <a:lnTo>
                  <a:pt x="82441" y="88900"/>
                </a:lnTo>
                <a:cubicBezTo>
                  <a:pt x="90984" y="108555"/>
                  <a:pt x="110569" y="122238"/>
                  <a:pt x="133350" y="122238"/>
                </a:cubicBezTo>
                <a:cubicBezTo>
                  <a:pt x="156131" y="122238"/>
                  <a:pt x="175716" y="108555"/>
                  <a:pt x="184259" y="88900"/>
                </a:cubicBezTo>
                <a:lnTo>
                  <a:pt x="333375" y="88900"/>
                </a:lnTo>
                <a:cubicBezTo>
                  <a:pt x="345668" y="88900"/>
                  <a:pt x="355600" y="78968"/>
                  <a:pt x="355600" y="66675"/>
                </a:cubicBezTo>
                <a:cubicBezTo>
                  <a:pt x="355600" y="54382"/>
                  <a:pt x="345668" y="44450"/>
                  <a:pt x="333375" y="44450"/>
                </a:cubicBezTo>
                <a:lnTo>
                  <a:pt x="184259" y="44450"/>
                </a:lnTo>
                <a:cubicBezTo>
                  <a:pt x="175716" y="24795"/>
                  <a:pt x="156131" y="11112"/>
                  <a:pt x="133350" y="11112"/>
                </a:cubicBezTo>
                <a:cubicBezTo>
                  <a:pt x="110569" y="11112"/>
                  <a:pt x="90984" y="24795"/>
                  <a:pt x="82441" y="44450"/>
                </a:cubicBezTo>
                <a:lnTo>
                  <a:pt x="22225" y="44450"/>
                </a:lnTo>
                <a:close/>
                <a:moveTo>
                  <a:pt x="22225" y="155575"/>
                </a:move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193566" y="200025"/>
                </a:lnTo>
                <a:cubicBezTo>
                  <a:pt x="202109" y="219680"/>
                  <a:pt x="221694" y="233363"/>
                  <a:pt x="244475" y="233363"/>
                </a:cubicBezTo>
                <a:cubicBezTo>
                  <a:pt x="267256" y="233363"/>
                  <a:pt x="286841" y="219680"/>
                  <a:pt x="295384" y="200025"/>
                </a:cubicBezTo>
                <a:lnTo>
                  <a:pt x="333375" y="200025"/>
                </a:lnTo>
                <a:cubicBezTo>
                  <a:pt x="345668" y="200025"/>
                  <a:pt x="355600" y="190093"/>
                  <a:pt x="355600" y="177800"/>
                </a:cubicBezTo>
                <a:cubicBezTo>
                  <a:pt x="355600" y="165507"/>
                  <a:pt x="345668" y="155575"/>
                  <a:pt x="333375" y="155575"/>
                </a:cubicBezTo>
                <a:lnTo>
                  <a:pt x="295384" y="155575"/>
                </a:lnTo>
                <a:cubicBezTo>
                  <a:pt x="286841" y="135920"/>
                  <a:pt x="267256" y="122238"/>
                  <a:pt x="244475" y="122238"/>
                </a:cubicBezTo>
                <a:cubicBezTo>
                  <a:pt x="221694" y="122238"/>
                  <a:pt x="202109" y="135920"/>
                  <a:pt x="193566" y="155575"/>
                </a:cubicBezTo>
                <a:lnTo>
                  <a:pt x="22225" y="155575"/>
                </a:lnTo>
                <a:close/>
                <a:moveTo>
                  <a:pt x="22225" y="266700"/>
                </a:moveTo>
                <a:cubicBezTo>
                  <a:pt x="9932" y="266700"/>
                  <a:pt x="0" y="276632"/>
                  <a:pt x="0" y="288925"/>
                </a:cubicBezTo>
                <a:cubicBezTo>
                  <a:pt x="0" y="301218"/>
                  <a:pt x="9932" y="311150"/>
                  <a:pt x="22225" y="311150"/>
                </a:cubicBezTo>
                <a:lnTo>
                  <a:pt x="60216" y="311150"/>
                </a:lnTo>
                <a:cubicBezTo>
                  <a:pt x="68759" y="330805"/>
                  <a:pt x="88344" y="344488"/>
                  <a:pt x="111125" y="344488"/>
                </a:cubicBezTo>
                <a:cubicBezTo>
                  <a:pt x="133906" y="344488"/>
                  <a:pt x="153491" y="330805"/>
                  <a:pt x="162034" y="311150"/>
                </a:cubicBezTo>
                <a:lnTo>
                  <a:pt x="333375" y="311150"/>
                </a:lnTo>
                <a:cubicBezTo>
                  <a:pt x="345668" y="311150"/>
                  <a:pt x="355600" y="301218"/>
                  <a:pt x="355600" y="288925"/>
                </a:cubicBezTo>
                <a:cubicBezTo>
                  <a:pt x="355600" y="276632"/>
                  <a:pt x="345668" y="266700"/>
                  <a:pt x="333375" y="266700"/>
                </a:cubicBezTo>
                <a:lnTo>
                  <a:pt x="162034" y="266700"/>
                </a:lnTo>
                <a:cubicBezTo>
                  <a:pt x="153491" y="247045"/>
                  <a:pt x="133906" y="233363"/>
                  <a:pt x="111125" y="233363"/>
                </a:cubicBezTo>
                <a:cubicBezTo>
                  <a:pt x="88344" y="233363"/>
                  <a:pt x="68759" y="247045"/>
                  <a:pt x="60216" y="266700"/>
                </a:cubicBezTo>
                <a:lnTo>
                  <a:pt x="22225" y="266700"/>
                </a:lnTo>
                <a:close/>
              </a:path>
            </a:pathLst>
          </a:custGeom>
          <a:solidFill>
            <a:srgbClr val="00E5C7"/>
          </a:solidFill>
          <a:ln/>
        </p:spPr>
      </p:sp>
      <p:sp>
        <p:nvSpPr>
          <p:cNvPr id="20" name="Text 18"/>
          <p:cNvSpPr/>
          <p:nvPr/>
        </p:nvSpPr>
        <p:spPr>
          <a:xfrm>
            <a:off x="12738100" y="2349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Slider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255500" y="2768600"/>
            <a:ext cx="298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 bars, progress indicators, volume controls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3810000"/>
            <a:ext cx="3492500" cy="14605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23" name="Shape 21"/>
          <p:cNvSpPr/>
          <p:nvPr/>
        </p:nvSpPr>
        <p:spPr>
          <a:xfrm>
            <a:off x="993775" y="4064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33350" y="44450"/>
                </a:moveTo>
                <a:cubicBezTo>
                  <a:pt x="59730" y="44450"/>
                  <a:pt x="0" y="104180"/>
                  <a:pt x="0" y="177800"/>
                </a:cubicBezTo>
                <a:cubicBezTo>
                  <a:pt x="0" y="251420"/>
                  <a:pt x="59730" y="311150"/>
                  <a:pt x="133350" y="311150"/>
                </a:cubicBezTo>
                <a:lnTo>
                  <a:pt x="266700" y="311150"/>
                </a:lnTo>
                <a:cubicBezTo>
                  <a:pt x="340320" y="311150"/>
                  <a:pt x="400050" y="251420"/>
                  <a:pt x="400050" y="177800"/>
                </a:cubicBezTo>
                <a:cubicBezTo>
                  <a:pt x="400050" y="104180"/>
                  <a:pt x="340320" y="44450"/>
                  <a:pt x="266700" y="44450"/>
                </a:cubicBezTo>
                <a:lnTo>
                  <a:pt x="133350" y="44450"/>
                </a:lnTo>
                <a:close/>
                <a:moveTo>
                  <a:pt x="266700" y="111125"/>
                </a:moveTo>
                <a:cubicBezTo>
                  <a:pt x="303499" y="111125"/>
                  <a:pt x="333375" y="141001"/>
                  <a:pt x="333375" y="177800"/>
                </a:cubicBezTo>
                <a:cubicBezTo>
                  <a:pt x="333375" y="214599"/>
                  <a:pt x="303499" y="244475"/>
                  <a:pt x="266700" y="244475"/>
                </a:cubicBezTo>
                <a:cubicBezTo>
                  <a:pt x="229901" y="244475"/>
                  <a:pt x="200025" y="214599"/>
                  <a:pt x="200025" y="177800"/>
                </a:cubicBezTo>
                <a:cubicBezTo>
                  <a:pt x="200025" y="141001"/>
                  <a:pt x="229901" y="111125"/>
                  <a:pt x="266700" y="111125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1498600" y="4064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Toggle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16000" y="4483100"/>
            <a:ext cx="298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On/off switches for settings and options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08500" y="3810000"/>
            <a:ext cx="3492500" cy="14605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27" name="Shape 25"/>
          <p:cNvSpPr/>
          <p:nvPr/>
        </p:nvSpPr>
        <p:spPr>
          <a:xfrm>
            <a:off x="4762500" y="406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/>
            </a:pathLst>
          </a:cu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5245100" y="4064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Dropdown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62500" y="4483100"/>
            <a:ext cx="298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Selection menus for resolution, quality, etc.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55000" y="3810000"/>
            <a:ext cx="3492500" cy="14605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31" name="Shape 29"/>
          <p:cNvSpPr/>
          <p:nvPr/>
        </p:nvSpPr>
        <p:spPr>
          <a:xfrm>
            <a:off x="8486775" y="4064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44450" y="44450"/>
                </a:moveTo>
                <a:cubicBezTo>
                  <a:pt x="19933" y="44450"/>
                  <a:pt x="0" y="64383"/>
                  <a:pt x="0" y="88900"/>
                </a:cubicBezTo>
                <a:lnTo>
                  <a:pt x="0" y="266700"/>
                </a:lnTo>
                <a:cubicBezTo>
                  <a:pt x="0" y="291217"/>
                  <a:pt x="19933" y="311150"/>
                  <a:pt x="44450" y="311150"/>
                </a:cubicBezTo>
                <a:lnTo>
                  <a:pt x="355600" y="311150"/>
                </a:lnTo>
                <a:cubicBezTo>
                  <a:pt x="380117" y="311150"/>
                  <a:pt x="400050" y="291217"/>
                  <a:pt x="400050" y="266700"/>
                </a:cubicBezTo>
                <a:lnTo>
                  <a:pt x="400050" y="88900"/>
                </a:lnTo>
                <a:cubicBezTo>
                  <a:pt x="400050" y="64383"/>
                  <a:pt x="380117" y="44450"/>
                  <a:pt x="355600" y="44450"/>
                </a:cubicBezTo>
                <a:lnTo>
                  <a:pt x="44450" y="44450"/>
                </a:lnTo>
                <a:close/>
                <a:moveTo>
                  <a:pt x="55563" y="88900"/>
                </a:moveTo>
                <a:lnTo>
                  <a:pt x="77788" y="88900"/>
                </a:lnTo>
                <a:cubicBezTo>
                  <a:pt x="83899" y="88900"/>
                  <a:pt x="88900" y="93901"/>
                  <a:pt x="88900" y="100013"/>
                </a:cubicBezTo>
                <a:lnTo>
                  <a:pt x="88900" y="122238"/>
                </a:lnTo>
                <a:cubicBezTo>
                  <a:pt x="88900" y="128349"/>
                  <a:pt x="83899" y="133350"/>
                  <a:pt x="77788" y="133350"/>
                </a:cubicBezTo>
                <a:lnTo>
                  <a:pt x="55563" y="133350"/>
                </a:lnTo>
                <a:cubicBezTo>
                  <a:pt x="49451" y="133350"/>
                  <a:pt x="44450" y="128349"/>
                  <a:pt x="44450" y="122238"/>
                </a:cubicBezTo>
                <a:lnTo>
                  <a:pt x="44450" y="100013"/>
                </a:lnTo>
                <a:cubicBezTo>
                  <a:pt x="44450" y="93901"/>
                  <a:pt x="49451" y="88900"/>
                  <a:pt x="55563" y="88900"/>
                </a:cubicBezTo>
                <a:close/>
                <a:moveTo>
                  <a:pt x="44450" y="166688"/>
                </a:moveTo>
                <a:cubicBezTo>
                  <a:pt x="44450" y="160576"/>
                  <a:pt x="49451" y="155575"/>
                  <a:pt x="55563" y="155575"/>
                </a:cubicBezTo>
                <a:lnTo>
                  <a:pt x="77788" y="155575"/>
                </a:lnTo>
                <a:cubicBezTo>
                  <a:pt x="83899" y="155575"/>
                  <a:pt x="88900" y="160576"/>
                  <a:pt x="88900" y="166688"/>
                </a:cubicBezTo>
                <a:lnTo>
                  <a:pt x="88900" y="188913"/>
                </a:lnTo>
                <a:cubicBezTo>
                  <a:pt x="88900" y="195024"/>
                  <a:pt x="83899" y="200025"/>
                  <a:pt x="77788" y="200025"/>
                </a:cubicBezTo>
                <a:lnTo>
                  <a:pt x="55563" y="200025"/>
                </a:lnTo>
                <a:cubicBezTo>
                  <a:pt x="49451" y="200025"/>
                  <a:pt x="44450" y="195024"/>
                  <a:pt x="44450" y="188913"/>
                </a:cubicBezTo>
                <a:lnTo>
                  <a:pt x="44450" y="166688"/>
                </a:lnTo>
                <a:close/>
                <a:moveTo>
                  <a:pt x="122238" y="88900"/>
                </a:moveTo>
                <a:lnTo>
                  <a:pt x="144463" y="88900"/>
                </a:lnTo>
                <a:cubicBezTo>
                  <a:pt x="150574" y="88900"/>
                  <a:pt x="155575" y="93901"/>
                  <a:pt x="155575" y="100013"/>
                </a:cubicBezTo>
                <a:lnTo>
                  <a:pt x="155575" y="122238"/>
                </a:lnTo>
                <a:cubicBezTo>
                  <a:pt x="155575" y="128349"/>
                  <a:pt x="150574" y="133350"/>
                  <a:pt x="144463" y="133350"/>
                </a:cubicBezTo>
                <a:lnTo>
                  <a:pt x="122238" y="133350"/>
                </a:lnTo>
                <a:cubicBezTo>
                  <a:pt x="116126" y="133350"/>
                  <a:pt x="111125" y="128349"/>
                  <a:pt x="111125" y="122238"/>
                </a:cubicBezTo>
                <a:lnTo>
                  <a:pt x="111125" y="100013"/>
                </a:lnTo>
                <a:cubicBezTo>
                  <a:pt x="111125" y="93901"/>
                  <a:pt x="116126" y="88900"/>
                  <a:pt x="122238" y="88900"/>
                </a:cubicBezTo>
                <a:close/>
                <a:moveTo>
                  <a:pt x="111125" y="166688"/>
                </a:moveTo>
                <a:cubicBezTo>
                  <a:pt x="111125" y="160576"/>
                  <a:pt x="116126" y="155575"/>
                  <a:pt x="122238" y="155575"/>
                </a:cubicBezTo>
                <a:lnTo>
                  <a:pt x="144463" y="155575"/>
                </a:lnTo>
                <a:cubicBezTo>
                  <a:pt x="150574" y="155575"/>
                  <a:pt x="155575" y="160576"/>
                  <a:pt x="155575" y="166688"/>
                </a:cubicBezTo>
                <a:lnTo>
                  <a:pt x="155575" y="188913"/>
                </a:lnTo>
                <a:cubicBezTo>
                  <a:pt x="155575" y="195024"/>
                  <a:pt x="150574" y="200025"/>
                  <a:pt x="144463" y="200025"/>
                </a:cubicBezTo>
                <a:lnTo>
                  <a:pt x="122238" y="200025"/>
                </a:lnTo>
                <a:cubicBezTo>
                  <a:pt x="116126" y="200025"/>
                  <a:pt x="111125" y="195024"/>
                  <a:pt x="111125" y="188913"/>
                </a:cubicBezTo>
                <a:lnTo>
                  <a:pt x="111125" y="166688"/>
                </a:lnTo>
                <a:close/>
                <a:moveTo>
                  <a:pt x="122238" y="222250"/>
                </a:moveTo>
                <a:lnTo>
                  <a:pt x="277813" y="222250"/>
                </a:lnTo>
                <a:cubicBezTo>
                  <a:pt x="283924" y="222250"/>
                  <a:pt x="288925" y="227251"/>
                  <a:pt x="288925" y="233363"/>
                </a:cubicBezTo>
                <a:lnTo>
                  <a:pt x="288925" y="255587"/>
                </a:lnTo>
                <a:cubicBezTo>
                  <a:pt x="288925" y="261699"/>
                  <a:pt x="283924" y="266700"/>
                  <a:pt x="277813" y="266700"/>
                </a:cubicBezTo>
                <a:lnTo>
                  <a:pt x="122238" y="266700"/>
                </a:lnTo>
                <a:cubicBezTo>
                  <a:pt x="116126" y="266700"/>
                  <a:pt x="111125" y="261699"/>
                  <a:pt x="111125" y="255587"/>
                </a:cubicBezTo>
                <a:lnTo>
                  <a:pt x="111125" y="233363"/>
                </a:lnTo>
                <a:cubicBezTo>
                  <a:pt x="111125" y="227251"/>
                  <a:pt x="116126" y="222250"/>
                  <a:pt x="122238" y="222250"/>
                </a:cubicBezTo>
                <a:close/>
                <a:moveTo>
                  <a:pt x="177800" y="100013"/>
                </a:moveTo>
                <a:cubicBezTo>
                  <a:pt x="177800" y="93901"/>
                  <a:pt x="182801" y="88900"/>
                  <a:pt x="188913" y="88900"/>
                </a:cubicBezTo>
                <a:lnTo>
                  <a:pt x="211138" y="88900"/>
                </a:lnTo>
                <a:cubicBezTo>
                  <a:pt x="217249" y="88900"/>
                  <a:pt x="222250" y="93901"/>
                  <a:pt x="222250" y="100013"/>
                </a:cubicBezTo>
                <a:lnTo>
                  <a:pt x="222250" y="122238"/>
                </a:lnTo>
                <a:cubicBezTo>
                  <a:pt x="222250" y="128349"/>
                  <a:pt x="217249" y="133350"/>
                  <a:pt x="211138" y="133350"/>
                </a:cubicBezTo>
                <a:lnTo>
                  <a:pt x="188913" y="133350"/>
                </a:lnTo>
                <a:cubicBezTo>
                  <a:pt x="182801" y="133350"/>
                  <a:pt x="177800" y="128349"/>
                  <a:pt x="177800" y="122238"/>
                </a:cubicBezTo>
                <a:lnTo>
                  <a:pt x="177800" y="100013"/>
                </a:lnTo>
                <a:close/>
                <a:moveTo>
                  <a:pt x="188913" y="155575"/>
                </a:moveTo>
                <a:lnTo>
                  <a:pt x="211138" y="155575"/>
                </a:lnTo>
                <a:cubicBezTo>
                  <a:pt x="217249" y="155575"/>
                  <a:pt x="222250" y="160576"/>
                  <a:pt x="222250" y="166688"/>
                </a:cubicBezTo>
                <a:lnTo>
                  <a:pt x="222250" y="188913"/>
                </a:lnTo>
                <a:cubicBezTo>
                  <a:pt x="222250" y="195024"/>
                  <a:pt x="217249" y="200025"/>
                  <a:pt x="211138" y="200025"/>
                </a:cubicBezTo>
                <a:lnTo>
                  <a:pt x="188913" y="200025"/>
                </a:lnTo>
                <a:cubicBezTo>
                  <a:pt x="182801" y="200025"/>
                  <a:pt x="177800" y="195024"/>
                  <a:pt x="177800" y="188913"/>
                </a:cubicBezTo>
                <a:lnTo>
                  <a:pt x="177800" y="166688"/>
                </a:lnTo>
                <a:cubicBezTo>
                  <a:pt x="177800" y="160576"/>
                  <a:pt x="182801" y="155575"/>
                  <a:pt x="188913" y="155575"/>
                </a:cubicBezTo>
                <a:close/>
                <a:moveTo>
                  <a:pt x="244475" y="100013"/>
                </a:moveTo>
                <a:cubicBezTo>
                  <a:pt x="244475" y="93901"/>
                  <a:pt x="249476" y="88900"/>
                  <a:pt x="255587" y="88900"/>
                </a:cubicBezTo>
                <a:lnTo>
                  <a:pt x="277813" y="88900"/>
                </a:lnTo>
                <a:cubicBezTo>
                  <a:pt x="283924" y="88900"/>
                  <a:pt x="288925" y="93901"/>
                  <a:pt x="288925" y="100013"/>
                </a:cubicBezTo>
                <a:lnTo>
                  <a:pt x="288925" y="122238"/>
                </a:lnTo>
                <a:cubicBezTo>
                  <a:pt x="288925" y="128349"/>
                  <a:pt x="283924" y="133350"/>
                  <a:pt x="277813" y="133350"/>
                </a:cubicBezTo>
                <a:lnTo>
                  <a:pt x="255587" y="133350"/>
                </a:lnTo>
                <a:cubicBezTo>
                  <a:pt x="249476" y="133350"/>
                  <a:pt x="244475" y="128349"/>
                  <a:pt x="244475" y="122238"/>
                </a:cubicBezTo>
                <a:lnTo>
                  <a:pt x="244475" y="100013"/>
                </a:lnTo>
                <a:close/>
                <a:moveTo>
                  <a:pt x="255587" y="155575"/>
                </a:moveTo>
                <a:lnTo>
                  <a:pt x="277813" y="155575"/>
                </a:lnTo>
                <a:cubicBezTo>
                  <a:pt x="283924" y="155575"/>
                  <a:pt x="288925" y="160576"/>
                  <a:pt x="288925" y="166688"/>
                </a:cubicBezTo>
                <a:lnTo>
                  <a:pt x="288925" y="188913"/>
                </a:lnTo>
                <a:cubicBezTo>
                  <a:pt x="288925" y="195024"/>
                  <a:pt x="283924" y="200025"/>
                  <a:pt x="277813" y="200025"/>
                </a:cubicBezTo>
                <a:lnTo>
                  <a:pt x="255587" y="200025"/>
                </a:lnTo>
                <a:cubicBezTo>
                  <a:pt x="249476" y="200025"/>
                  <a:pt x="244475" y="195024"/>
                  <a:pt x="244475" y="188913"/>
                </a:cubicBezTo>
                <a:lnTo>
                  <a:pt x="244475" y="166688"/>
                </a:lnTo>
                <a:cubicBezTo>
                  <a:pt x="244475" y="160576"/>
                  <a:pt x="249476" y="155575"/>
                  <a:pt x="255587" y="155575"/>
                </a:cubicBezTo>
                <a:close/>
                <a:moveTo>
                  <a:pt x="311150" y="100013"/>
                </a:moveTo>
                <a:cubicBezTo>
                  <a:pt x="311150" y="93901"/>
                  <a:pt x="316151" y="88900"/>
                  <a:pt x="322263" y="88900"/>
                </a:cubicBezTo>
                <a:lnTo>
                  <a:pt x="344488" y="88900"/>
                </a:lnTo>
                <a:cubicBezTo>
                  <a:pt x="350599" y="88900"/>
                  <a:pt x="355600" y="93901"/>
                  <a:pt x="355600" y="100013"/>
                </a:cubicBezTo>
                <a:lnTo>
                  <a:pt x="355600" y="122238"/>
                </a:lnTo>
                <a:cubicBezTo>
                  <a:pt x="355600" y="128349"/>
                  <a:pt x="350599" y="133350"/>
                  <a:pt x="344488" y="133350"/>
                </a:cubicBezTo>
                <a:lnTo>
                  <a:pt x="322263" y="133350"/>
                </a:lnTo>
                <a:cubicBezTo>
                  <a:pt x="316151" y="133350"/>
                  <a:pt x="311150" y="128349"/>
                  <a:pt x="311150" y="122238"/>
                </a:cubicBezTo>
                <a:lnTo>
                  <a:pt x="311150" y="100013"/>
                </a:lnTo>
                <a:close/>
                <a:moveTo>
                  <a:pt x="322263" y="155575"/>
                </a:moveTo>
                <a:lnTo>
                  <a:pt x="344488" y="155575"/>
                </a:lnTo>
                <a:cubicBezTo>
                  <a:pt x="350599" y="155575"/>
                  <a:pt x="355600" y="160576"/>
                  <a:pt x="355600" y="166688"/>
                </a:cubicBezTo>
                <a:lnTo>
                  <a:pt x="355600" y="188913"/>
                </a:lnTo>
                <a:cubicBezTo>
                  <a:pt x="355600" y="195024"/>
                  <a:pt x="350599" y="200025"/>
                  <a:pt x="344488" y="200025"/>
                </a:cubicBezTo>
                <a:lnTo>
                  <a:pt x="322263" y="200025"/>
                </a:lnTo>
                <a:cubicBezTo>
                  <a:pt x="316151" y="200025"/>
                  <a:pt x="311150" y="195024"/>
                  <a:pt x="311150" y="188913"/>
                </a:cubicBezTo>
                <a:lnTo>
                  <a:pt x="311150" y="166688"/>
                </a:lnTo>
                <a:cubicBezTo>
                  <a:pt x="311150" y="160576"/>
                  <a:pt x="316151" y="155575"/>
                  <a:pt x="322263" y="155575"/>
                </a:cubicBezTo>
                <a:close/>
              </a:path>
            </a:pathLst>
          </a:custGeom>
          <a:solidFill>
            <a:srgbClr val="4CAF50"/>
          </a:solidFill>
          <a:ln/>
        </p:spPr>
      </p:sp>
      <p:sp>
        <p:nvSpPr>
          <p:cNvPr id="32" name="Text 30"/>
          <p:cNvSpPr/>
          <p:nvPr/>
        </p:nvSpPr>
        <p:spPr>
          <a:xfrm>
            <a:off x="8991600" y="4064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Field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09000" y="4483100"/>
            <a:ext cx="298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entry for player names, chat, search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2001500" y="3810000"/>
            <a:ext cx="3492500" cy="14605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35" name="Shape 33"/>
          <p:cNvSpPr/>
          <p:nvPr/>
        </p:nvSpPr>
        <p:spPr>
          <a:xfrm>
            <a:off x="12277725" y="4064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0" y="66675"/>
                </a:moveTo>
                <a:cubicBezTo>
                  <a:pt x="0" y="54382"/>
                  <a:pt x="9932" y="44450"/>
                  <a:pt x="22225" y="44450"/>
                </a:cubicBezTo>
                <a:lnTo>
                  <a:pt x="288925" y="44450"/>
                </a:lnTo>
                <a:cubicBezTo>
                  <a:pt x="301218" y="44450"/>
                  <a:pt x="311150" y="54382"/>
                  <a:pt x="311150" y="66675"/>
                </a:cubicBezTo>
                <a:cubicBezTo>
                  <a:pt x="311150" y="78968"/>
                  <a:pt x="301218" y="88900"/>
                  <a:pt x="288925" y="88900"/>
                </a:cubicBezTo>
                <a:lnTo>
                  <a:pt x="22225" y="88900"/>
                </a:lnTo>
                <a:cubicBezTo>
                  <a:pt x="9932" y="88900"/>
                  <a:pt x="0" y="78968"/>
                  <a:pt x="0" y="66675"/>
                </a:cubicBezTo>
                <a:close/>
                <a:moveTo>
                  <a:pt x="0" y="177800"/>
                </a:moveTo>
                <a:cubicBezTo>
                  <a:pt x="0" y="165507"/>
                  <a:pt x="9932" y="155575"/>
                  <a:pt x="22225" y="155575"/>
                </a:cubicBezTo>
                <a:lnTo>
                  <a:pt x="288925" y="155575"/>
                </a:lnTo>
                <a:cubicBezTo>
                  <a:pt x="301218" y="155575"/>
                  <a:pt x="311150" y="165507"/>
                  <a:pt x="311150" y="177800"/>
                </a:cubicBezTo>
                <a:cubicBezTo>
                  <a:pt x="311150" y="190093"/>
                  <a:pt x="301218" y="200025"/>
                  <a:pt x="288925" y="200025"/>
                </a:cubicBezTo>
                <a:lnTo>
                  <a:pt x="22225" y="200025"/>
                </a:lnTo>
                <a:cubicBezTo>
                  <a:pt x="9932" y="200025"/>
                  <a:pt x="0" y="190093"/>
                  <a:pt x="0" y="177800"/>
                </a:cubicBezTo>
                <a:close/>
                <a:moveTo>
                  <a:pt x="311150" y="288925"/>
                </a:moveTo>
                <a:cubicBezTo>
                  <a:pt x="311150" y="301218"/>
                  <a:pt x="301218" y="311150"/>
                  <a:pt x="288925" y="311150"/>
                </a:cubicBezTo>
                <a:lnTo>
                  <a:pt x="22225" y="311150"/>
                </a:lnTo>
                <a:cubicBezTo>
                  <a:pt x="9932" y="311150"/>
                  <a:pt x="0" y="301218"/>
                  <a:pt x="0" y="288925"/>
                </a:cubicBezTo>
                <a:cubicBezTo>
                  <a:pt x="0" y="276632"/>
                  <a:pt x="9932" y="266700"/>
                  <a:pt x="22225" y="266700"/>
                </a:cubicBezTo>
                <a:lnTo>
                  <a:pt x="288925" y="266700"/>
                </a:lnTo>
                <a:cubicBezTo>
                  <a:pt x="301218" y="266700"/>
                  <a:pt x="311150" y="276632"/>
                  <a:pt x="311150" y="288925"/>
                </a:cubicBezTo>
                <a:close/>
              </a:path>
            </a:pathLst>
          </a:custGeom>
          <a:solidFill>
            <a:srgbClr val="4CAF50"/>
          </a:solidFill>
          <a:ln/>
        </p:spPr>
      </p:sp>
      <p:sp>
        <p:nvSpPr>
          <p:cNvPr id="36" name="Text 34"/>
          <p:cNvSpPr/>
          <p:nvPr/>
        </p:nvSpPr>
        <p:spPr>
          <a:xfrm>
            <a:off x="12738100" y="4064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Scroll View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255500" y="4483100"/>
            <a:ext cx="298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Scrollable content panels for inventories, lists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62000" y="5651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252A3A"/>
          </a:solidFill>
          <a:ln/>
        </p:spPr>
      </p:sp>
      <p:sp>
        <p:nvSpPr>
          <p:cNvPr id="39" name="Text 37"/>
          <p:cNvSpPr/>
          <p:nvPr/>
        </p:nvSpPr>
        <p:spPr>
          <a:xfrm>
            <a:off x="1143000" y="5778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kern="0" spc="200" dirty="0">
                <a:solidFill>
                  <a:srgbClr val="00E5C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LAYOUT COMPONENTS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43000" y="6197600"/>
            <a:ext cx="1397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Horizontal/Vertical Layout Group</a:t>
            </a:r>
            <a:r>
              <a:rPr lang="en-US" sz="15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automatic arrangement </a:t>
            </a:r>
            <a:r>
              <a:rPr lang="en-US" sz="15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|</a:t>
            </a:r>
            <a:r>
              <a:rPr lang="en-US" sz="15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5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Content Size Fitter</a:t>
            </a:r>
            <a:r>
              <a:rPr lang="en-US" sz="15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auto-resize to content </a:t>
            </a:r>
            <a:r>
              <a:rPr lang="en-US" sz="15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|</a:t>
            </a:r>
            <a:r>
              <a:rPr lang="en-US" sz="15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5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Aspect Ratio Fitter</a:t>
            </a:r>
            <a:r>
              <a:rPr lang="en-US" sz="15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maintain proportions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42" name="Text 40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Canvas Render Modes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139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Canvas Render Modes is critical for proper UI implementation in different contexts.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159000"/>
            <a:ext cx="4699000" cy="4826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2476500"/>
            <a:ext cx="2286000" cy="355600"/>
          </a:xfrm>
          <a:prstGeom prst="roundRect">
            <a:avLst>
              <a:gd name="adj" fmla="val 14000"/>
            </a:avLst>
          </a:prstGeom>
          <a:solidFill>
            <a:srgbClr val="7C5CFF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4765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MOST COMMON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048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Screen Space — Overlay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16000" y="3556000"/>
            <a:ext cx="635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3784600"/>
            <a:ext cx="4191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UI renders on top of </a:t>
            </a: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everything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the scene. The simplest mode for HUDs, menus, and overlays.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No camera needed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Always on top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Best for: health bars, score, pause menus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78500" y="2159000"/>
            <a:ext cx="4699000" cy="4826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2500" y="2476500"/>
            <a:ext cx="1524000" cy="355600"/>
          </a:xfrm>
          <a:prstGeom prst="roundRect">
            <a:avLst>
              <a:gd name="adj" fmla="val 14000"/>
            </a:avLst>
          </a:prstGeom>
          <a:solidFill>
            <a:srgbClr val="00E5C7"/>
          </a:solidFill>
          <a:ln/>
        </p:spPr>
      </p:sp>
      <p:sp>
        <p:nvSpPr>
          <p:cNvPr id="14" name="Text 12"/>
          <p:cNvSpPr/>
          <p:nvPr/>
        </p:nvSpPr>
        <p:spPr>
          <a:xfrm>
            <a:off x="6032500" y="24765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EFFECTS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2500" y="3048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Screen Space — Camera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32500" y="3556000"/>
            <a:ext cx="635000" cy="38100"/>
          </a:xfrm>
          <a:prstGeom prst="rect">
            <a:avLst/>
          </a:prstGeom>
          <a:solidFill>
            <a:srgbClr val="00E5C7"/>
          </a:solidFill>
          <a:ln/>
        </p:spPr>
      </p:sp>
      <p:sp>
        <p:nvSpPr>
          <p:cNvPr id="17" name="Text 15"/>
          <p:cNvSpPr/>
          <p:nvPr/>
        </p:nvSpPr>
        <p:spPr>
          <a:xfrm>
            <a:off x="6032500" y="3784600"/>
            <a:ext cx="4191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UI placed at a </a:t>
            </a: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fixed distance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from a specified camera. Supports perspective and lighting effects.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Requires camera reference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Supports 3D rotation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Best for: cinematic UIs, 3D menus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795000" y="2159000"/>
            <a:ext cx="4699000" cy="4826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9" name="Shape 17"/>
          <p:cNvSpPr/>
          <p:nvPr/>
        </p:nvSpPr>
        <p:spPr>
          <a:xfrm>
            <a:off x="11049000" y="2476500"/>
            <a:ext cx="1524000" cy="355600"/>
          </a:xfrm>
          <a:prstGeom prst="roundRect">
            <a:avLst>
              <a:gd name="adj" fmla="val 14000"/>
            </a:avLst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11049000" y="24765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WORLD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49000" y="3048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World Space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049000" y="3556000"/>
            <a:ext cx="635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11049000" y="3784600"/>
            <a:ext cx="4191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UI exists in the </a:t>
            </a: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3D world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like any other GameObject. Perfect for in-world interactive elements.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Full 3D positioning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 be occluded by world geometry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Best for: nameplates, signs, diegetic UI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5" name="Text 23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Level Setup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875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Bringing it all together: a complete level combines </a:t>
            </a:r>
            <a:r>
              <a:rPr lang="en-US" sz="18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Tilemaps</a:t>
            </a: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r>
              <a:rPr lang="en-US" sz="18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Player</a:t>
            </a: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r>
              <a:rPr lang="en-US" sz="18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Camera</a:t>
            </a: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r>
              <a:rPr lang="en-US" sz="18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UI</a:t>
            </a: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and </a:t>
            </a:r>
            <a:r>
              <a:rPr lang="en-US" sz="18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Environmental objects</a:t>
            </a: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into a playable experience.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476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kern="0" spc="200" dirty="0">
                <a:solidFill>
                  <a:srgbClr val="7C5C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SETUP WORKFLOW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111500"/>
            <a:ext cx="457200" cy="4572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3111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97000" y="31115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Layout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97000" y="36195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Paint the environment with Tilemaps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64000" y="3327400"/>
            <a:ext cx="381000" cy="0"/>
          </a:xfrm>
          <a:prstGeom prst="straightConnector1">
            <a:avLst/>
          </a:prstGeom>
          <a:noFill/>
          <a:ln w="25400">
            <a:solidFill>
              <a:srgbClr val="7C5CFF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4635500" y="3111500"/>
            <a:ext cx="457200" cy="4572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3" name="Text 11"/>
          <p:cNvSpPr/>
          <p:nvPr/>
        </p:nvSpPr>
        <p:spPr>
          <a:xfrm>
            <a:off x="4635500" y="3111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70500" y="31115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 Collisions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70500" y="36195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Tilemap Collider 2D for walkable surfaces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37500" y="3327400"/>
            <a:ext cx="381000" cy="0"/>
          </a:xfrm>
          <a:prstGeom prst="straightConnector1">
            <a:avLst/>
          </a:prstGeom>
          <a:noFill/>
          <a:ln w="25400">
            <a:solidFill>
              <a:srgbClr val="7C5CFF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8509000" y="3111500"/>
            <a:ext cx="457200" cy="457200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18" name="Text 16"/>
          <p:cNvSpPr/>
          <p:nvPr/>
        </p:nvSpPr>
        <p:spPr>
          <a:xfrm>
            <a:off x="8509000" y="3111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0" y="31115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 Player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36195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the player start position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811000" y="3327400"/>
            <a:ext cx="381000" cy="0"/>
          </a:xfrm>
          <a:prstGeom prst="straightConnector1">
            <a:avLst/>
          </a:prstGeom>
          <a:noFill/>
          <a:ln w="25400">
            <a:solidFill>
              <a:srgbClr val="00E5C7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2382500" y="3111500"/>
            <a:ext cx="457200" cy="457200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23" name="Text 21"/>
          <p:cNvSpPr/>
          <p:nvPr/>
        </p:nvSpPr>
        <p:spPr>
          <a:xfrm>
            <a:off x="12382500" y="3111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017500" y="3111500"/>
            <a:ext cx="2476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Configure Camera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017500" y="3619500"/>
            <a:ext cx="2476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Cinemachine or custom follow script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45720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/>
          <p:nvPr/>
        </p:nvSpPr>
        <p:spPr>
          <a:xfrm>
            <a:off x="762000" y="4572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97000" y="45720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 Gameplay Objects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97000" y="5080000"/>
            <a:ext cx="317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Collectibles, hazards, enemies, triggers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699000" y="4787900"/>
            <a:ext cx="381000" cy="0"/>
          </a:xfrm>
          <a:prstGeom prst="straightConnector1">
            <a:avLst/>
          </a:prstGeom>
          <a:noFill/>
          <a:ln w="25400">
            <a:solidFill>
              <a:srgbClr val="FF6B35"/>
            </a:solidFill>
            <a:prstDash val="solid"/>
            <a:headEnd type="none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5270500" y="45720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5270500" y="4572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905500" y="45720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UI Overlay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905500" y="5080000"/>
            <a:ext cx="317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Health, score, menus on Canvas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2000" y="6096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kern="0" spc="200" dirty="0">
                <a:solidFill>
                  <a:srgbClr val="7C5C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LEVEL COMPONENTS</a:t>
            </a:r>
            <a:endParaRPr lang="en-US" sz="16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667500"/>
          <a:ext cx="14732000" cy="1016000"/>
        </p:xfrm>
        <a:graphic>
          <a:graphicData uri="http://schemas.openxmlformats.org/drawingml/2006/table">
            <a:tbl>
              <a:tblPr/>
              <a:tblGrid>
                <a:gridCol w="294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0F1F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Tilemaps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0F1F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Player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0F1F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Camera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0F1F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0F1F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Environment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1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Visuals + Collision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1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Physics + Input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1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Follow + Bounds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1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HUD + Menus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1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Objects + Triggers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7" name="Shape 34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38" name="Text 35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Level Design Best Practices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145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6" name="Shape 4"/>
          <p:cNvSpPr/>
          <p:nvPr/>
        </p:nvSpPr>
        <p:spPr>
          <a:xfrm>
            <a:off x="1079500" y="203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7615" y="4643"/>
                </a:moveTo>
                <a:cubicBezTo>
                  <a:pt x="220920" y="-1518"/>
                  <a:pt x="236280" y="-1518"/>
                  <a:pt x="249585" y="4643"/>
                </a:cubicBezTo>
                <a:lnTo>
                  <a:pt x="444788" y="94833"/>
                </a:lnTo>
                <a:cubicBezTo>
                  <a:pt x="452378" y="98316"/>
                  <a:pt x="457200" y="105906"/>
                  <a:pt x="457200" y="114300"/>
                </a:cubicBezTo>
                <a:cubicBezTo>
                  <a:pt x="457200" y="122694"/>
                  <a:pt x="452378" y="130284"/>
                  <a:pt x="444788" y="133767"/>
                </a:cubicBezTo>
                <a:lnTo>
                  <a:pt x="249585" y="223957"/>
                </a:lnTo>
                <a:cubicBezTo>
                  <a:pt x="236280" y="230118"/>
                  <a:pt x="220920" y="230118"/>
                  <a:pt x="207615" y="223957"/>
                </a:cubicBezTo>
                <a:lnTo>
                  <a:pt x="12412" y="133767"/>
                </a:lnTo>
                <a:cubicBezTo>
                  <a:pt x="4822" y="130195"/>
                  <a:pt x="0" y="122605"/>
                  <a:pt x="0" y="114300"/>
                </a:cubicBezTo>
                <a:cubicBezTo>
                  <a:pt x="0" y="105995"/>
                  <a:pt x="4822" y="98316"/>
                  <a:pt x="12412" y="94833"/>
                </a:cubicBezTo>
                <a:lnTo>
                  <a:pt x="207615" y="4643"/>
                </a:lnTo>
                <a:close/>
                <a:moveTo>
                  <a:pt x="42952" y="195024"/>
                </a:moveTo>
                <a:lnTo>
                  <a:pt x="189667" y="262801"/>
                </a:lnTo>
                <a:cubicBezTo>
                  <a:pt x="214402" y="274231"/>
                  <a:pt x="242888" y="274231"/>
                  <a:pt x="267623" y="262801"/>
                </a:cubicBezTo>
                <a:lnTo>
                  <a:pt x="414338" y="195024"/>
                </a:lnTo>
                <a:lnTo>
                  <a:pt x="444788" y="209133"/>
                </a:lnTo>
                <a:cubicBezTo>
                  <a:pt x="452378" y="212616"/>
                  <a:pt x="457200" y="220206"/>
                  <a:pt x="457200" y="228600"/>
                </a:cubicBezTo>
                <a:cubicBezTo>
                  <a:pt x="457200" y="236994"/>
                  <a:pt x="452378" y="244584"/>
                  <a:pt x="444788" y="248067"/>
                </a:cubicBezTo>
                <a:lnTo>
                  <a:pt x="249585" y="338257"/>
                </a:lnTo>
                <a:cubicBezTo>
                  <a:pt x="236280" y="344418"/>
                  <a:pt x="220920" y="344418"/>
                  <a:pt x="207615" y="338257"/>
                </a:cubicBezTo>
                <a:lnTo>
                  <a:pt x="12412" y="248067"/>
                </a:lnTo>
                <a:cubicBezTo>
                  <a:pt x="4822" y="244495"/>
                  <a:pt x="0" y="236905"/>
                  <a:pt x="0" y="228600"/>
                </a:cubicBezTo>
                <a:cubicBezTo>
                  <a:pt x="0" y="220295"/>
                  <a:pt x="4822" y="212616"/>
                  <a:pt x="12412" y="209133"/>
                </a:cubicBezTo>
                <a:lnTo>
                  <a:pt x="42863" y="195024"/>
                </a:lnTo>
                <a:close/>
                <a:moveTo>
                  <a:pt x="12412" y="323433"/>
                </a:moveTo>
                <a:lnTo>
                  <a:pt x="42863" y="309324"/>
                </a:lnTo>
                <a:lnTo>
                  <a:pt x="189577" y="377101"/>
                </a:lnTo>
                <a:cubicBezTo>
                  <a:pt x="214313" y="388531"/>
                  <a:pt x="242798" y="388531"/>
                  <a:pt x="267533" y="377101"/>
                </a:cubicBezTo>
                <a:lnTo>
                  <a:pt x="414248" y="309324"/>
                </a:lnTo>
                <a:lnTo>
                  <a:pt x="444698" y="323433"/>
                </a:lnTo>
                <a:cubicBezTo>
                  <a:pt x="452289" y="326916"/>
                  <a:pt x="457111" y="334506"/>
                  <a:pt x="457111" y="342900"/>
                </a:cubicBezTo>
                <a:cubicBezTo>
                  <a:pt x="457111" y="351294"/>
                  <a:pt x="452289" y="358884"/>
                  <a:pt x="444698" y="362367"/>
                </a:cubicBezTo>
                <a:lnTo>
                  <a:pt x="249495" y="452557"/>
                </a:lnTo>
                <a:cubicBezTo>
                  <a:pt x="236190" y="458718"/>
                  <a:pt x="220831" y="458718"/>
                  <a:pt x="207526" y="452557"/>
                </a:cubicBezTo>
                <a:lnTo>
                  <a:pt x="12412" y="362367"/>
                </a:lnTo>
                <a:cubicBezTo>
                  <a:pt x="4822" y="358795"/>
                  <a:pt x="0" y="351205"/>
                  <a:pt x="0" y="342900"/>
                </a:cubicBezTo>
                <a:cubicBezTo>
                  <a:pt x="0" y="334595"/>
                  <a:pt x="4822" y="326916"/>
                  <a:pt x="12412" y="323433"/>
                </a:cubicBez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2667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Hierarchy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31496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tile layers to create depth — </a:t>
            </a: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background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midground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and </a:t>
            </a: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foreground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layers guide the player's eye and create parallax.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78500" y="17145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0" name="Shape 8"/>
          <p:cNvSpPr/>
          <p:nvPr/>
        </p:nvSpPr>
        <p:spPr>
          <a:xfrm>
            <a:off x="6067425" y="2032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64319" y="171450"/>
                </a:moveTo>
                <a:cubicBezTo>
                  <a:pt x="245477" y="160645"/>
                  <a:pt x="226546" y="149840"/>
                  <a:pt x="200025" y="145286"/>
                </a:cubicBezTo>
                <a:lnTo>
                  <a:pt x="200025" y="20002"/>
                </a:lnTo>
                <a:cubicBezTo>
                  <a:pt x="230118" y="11609"/>
                  <a:pt x="278070" y="0"/>
                  <a:pt x="314325" y="0"/>
                </a:cubicBezTo>
                <a:cubicBezTo>
                  <a:pt x="400050" y="0"/>
                  <a:pt x="514350" y="42863"/>
                  <a:pt x="514350" y="114300"/>
                </a:cubicBezTo>
                <a:cubicBezTo>
                  <a:pt x="514350" y="185738"/>
                  <a:pt x="407551" y="200025"/>
                  <a:pt x="357188" y="200025"/>
                </a:cubicBezTo>
                <a:cubicBezTo>
                  <a:pt x="314325" y="200025"/>
                  <a:pt x="289322" y="185738"/>
                  <a:pt x="264319" y="171450"/>
                </a:cubicBezTo>
                <a:close/>
                <a:moveTo>
                  <a:pt x="114300" y="28575"/>
                </a:moveTo>
                <a:lnTo>
                  <a:pt x="157163" y="28575"/>
                </a:lnTo>
                <a:lnTo>
                  <a:pt x="157163" y="142875"/>
                </a:lnTo>
                <a:lnTo>
                  <a:pt x="114300" y="142875"/>
                </a:lnTo>
                <a:cubicBezTo>
                  <a:pt x="82778" y="142875"/>
                  <a:pt x="57150" y="117247"/>
                  <a:pt x="57150" y="85725"/>
                </a:cubicBezTo>
                <a:cubicBezTo>
                  <a:pt x="57150" y="54203"/>
                  <a:pt x="82778" y="28575"/>
                  <a:pt x="114300" y="28575"/>
                </a:cubicBezTo>
                <a:close/>
                <a:moveTo>
                  <a:pt x="207169" y="285750"/>
                </a:moveTo>
                <a:cubicBezTo>
                  <a:pt x="232172" y="271463"/>
                  <a:pt x="257175" y="257175"/>
                  <a:pt x="300038" y="257175"/>
                </a:cubicBezTo>
                <a:cubicBezTo>
                  <a:pt x="350401" y="257175"/>
                  <a:pt x="457200" y="271463"/>
                  <a:pt x="457200" y="342900"/>
                </a:cubicBezTo>
                <a:cubicBezTo>
                  <a:pt x="457200" y="414338"/>
                  <a:pt x="342900" y="457200"/>
                  <a:pt x="257175" y="457200"/>
                </a:cubicBezTo>
                <a:cubicBezTo>
                  <a:pt x="221010" y="457200"/>
                  <a:pt x="172968" y="445591"/>
                  <a:pt x="142875" y="437198"/>
                </a:cubicBezTo>
                <a:lnTo>
                  <a:pt x="142875" y="311914"/>
                </a:lnTo>
                <a:cubicBezTo>
                  <a:pt x="169396" y="307271"/>
                  <a:pt x="188327" y="296466"/>
                  <a:pt x="207169" y="285661"/>
                </a:cubicBezTo>
                <a:close/>
                <a:moveTo>
                  <a:pt x="57150" y="428625"/>
                </a:moveTo>
                <a:cubicBezTo>
                  <a:pt x="25628" y="428625"/>
                  <a:pt x="0" y="402997"/>
                  <a:pt x="0" y="371475"/>
                </a:cubicBezTo>
                <a:cubicBezTo>
                  <a:pt x="0" y="339953"/>
                  <a:pt x="25628" y="314325"/>
                  <a:pt x="57150" y="314325"/>
                </a:cubicBezTo>
                <a:lnTo>
                  <a:pt x="100013" y="314325"/>
                </a:lnTo>
                <a:lnTo>
                  <a:pt x="100013" y="428625"/>
                </a:lnTo>
                <a:lnTo>
                  <a:pt x="57150" y="428625"/>
                </a:lnTo>
                <a:close/>
              </a:path>
            </a:pathLst>
          </a:custGeom>
          <a:solidFill>
            <a:srgbClr val="00E5C7"/>
          </a:solidFill>
          <a:ln/>
        </p:spPr>
      </p:sp>
      <p:sp>
        <p:nvSpPr>
          <p:cNvPr id="11" name="Text 9"/>
          <p:cNvSpPr/>
          <p:nvPr/>
        </p:nvSpPr>
        <p:spPr>
          <a:xfrm>
            <a:off x="6096000" y="2667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Collision Clarity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0" y="3149600"/>
            <a:ext cx="40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Ensure walkable surfaces are </a:t>
            </a: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visually distinct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from background decoration. Players should instantly know what's solid.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795000" y="17145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12500" y="203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85725"/>
                </a:moveTo>
                <a:cubicBezTo>
                  <a:pt x="457200" y="130552"/>
                  <a:pt x="404426" y="197435"/>
                  <a:pt x="381655" y="224135"/>
                </a:cubicBezTo>
                <a:cubicBezTo>
                  <a:pt x="378262" y="228064"/>
                  <a:pt x="373261" y="229582"/>
                  <a:pt x="368707" y="228600"/>
                </a:cubicBezTo>
                <a:lnTo>
                  <a:pt x="285750" y="228600"/>
                </a:lnTo>
                <a:cubicBezTo>
                  <a:pt x="269944" y="228600"/>
                  <a:pt x="257175" y="241369"/>
                  <a:pt x="257175" y="257175"/>
                </a:cubicBezTo>
                <a:cubicBezTo>
                  <a:pt x="257175" y="272981"/>
                  <a:pt x="269944" y="285750"/>
                  <a:pt x="285750" y="285750"/>
                </a:cubicBezTo>
                <a:lnTo>
                  <a:pt x="371475" y="285750"/>
                </a:lnTo>
                <a:cubicBezTo>
                  <a:pt x="418802" y="285750"/>
                  <a:pt x="457200" y="324148"/>
                  <a:pt x="457200" y="371475"/>
                </a:cubicBezTo>
                <a:cubicBezTo>
                  <a:pt x="457200" y="418802"/>
                  <a:pt x="418802" y="457200"/>
                  <a:pt x="371475" y="457200"/>
                </a:cubicBezTo>
                <a:lnTo>
                  <a:pt x="124658" y="457200"/>
                </a:lnTo>
                <a:cubicBezTo>
                  <a:pt x="132427" y="448360"/>
                  <a:pt x="141893" y="437019"/>
                  <a:pt x="151448" y="424339"/>
                </a:cubicBezTo>
                <a:cubicBezTo>
                  <a:pt x="157073" y="416838"/>
                  <a:pt x="162878" y="408622"/>
                  <a:pt x="168414" y="400050"/>
                </a:cubicBezTo>
                <a:lnTo>
                  <a:pt x="371475" y="400050"/>
                </a:lnTo>
                <a:cubicBezTo>
                  <a:pt x="387281" y="400050"/>
                  <a:pt x="400050" y="387281"/>
                  <a:pt x="400050" y="371475"/>
                </a:cubicBezTo>
                <a:cubicBezTo>
                  <a:pt x="400050" y="355669"/>
                  <a:pt x="387281" y="342900"/>
                  <a:pt x="371475" y="342900"/>
                </a:cubicBezTo>
                <a:lnTo>
                  <a:pt x="285750" y="342900"/>
                </a:lnTo>
                <a:cubicBezTo>
                  <a:pt x="238423" y="342900"/>
                  <a:pt x="200025" y="304502"/>
                  <a:pt x="200025" y="257175"/>
                </a:cubicBezTo>
                <a:cubicBezTo>
                  <a:pt x="200025" y="209848"/>
                  <a:pt x="238423" y="171450"/>
                  <a:pt x="285750" y="171450"/>
                </a:cubicBezTo>
                <a:lnTo>
                  <a:pt x="321290" y="171450"/>
                </a:lnTo>
                <a:cubicBezTo>
                  <a:pt x="302538" y="143321"/>
                  <a:pt x="285750" y="110996"/>
                  <a:pt x="285750" y="85725"/>
                </a:cubicBezTo>
                <a:cubicBezTo>
                  <a:pt x="285750" y="38398"/>
                  <a:pt x="324148" y="0"/>
                  <a:pt x="371475" y="0"/>
                </a:cubicBezTo>
                <a:cubicBezTo>
                  <a:pt x="418802" y="0"/>
                  <a:pt x="457200" y="38398"/>
                  <a:pt x="457200" y="85725"/>
                </a:cubicBezTo>
                <a:close/>
                <a:moveTo>
                  <a:pt x="104567" y="436751"/>
                </a:moveTo>
                <a:cubicBezTo>
                  <a:pt x="101173" y="440591"/>
                  <a:pt x="98137" y="443984"/>
                  <a:pt x="95548" y="446842"/>
                </a:cubicBezTo>
                <a:lnTo>
                  <a:pt x="93940" y="448628"/>
                </a:lnTo>
                <a:lnTo>
                  <a:pt x="93762" y="448449"/>
                </a:lnTo>
                <a:cubicBezTo>
                  <a:pt x="88404" y="452557"/>
                  <a:pt x="80724" y="452021"/>
                  <a:pt x="75902" y="446842"/>
                </a:cubicBezTo>
                <a:cubicBezTo>
                  <a:pt x="53400" y="422374"/>
                  <a:pt x="0" y="359420"/>
                  <a:pt x="0" y="314325"/>
                </a:cubicBezTo>
                <a:cubicBezTo>
                  <a:pt x="0" y="266998"/>
                  <a:pt x="38398" y="228600"/>
                  <a:pt x="85725" y="228600"/>
                </a:cubicBezTo>
                <a:cubicBezTo>
                  <a:pt x="133052" y="228600"/>
                  <a:pt x="171450" y="266998"/>
                  <a:pt x="171450" y="314325"/>
                </a:cubicBezTo>
                <a:cubicBezTo>
                  <a:pt x="171450" y="341114"/>
                  <a:pt x="152608" y="374154"/>
                  <a:pt x="132606" y="401747"/>
                </a:cubicBezTo>
                <a:cubicBezTo>
                  <a:pt x="123051" y="414873"/>
                  <a:pt x="113228" y="426750"/>
                  <a:pt x="105102" y="436126"/>
                </a:cubicBezTo>
                <a:lnTo>
                  <a:pt x="104567" y="436751"/>
                </a:lnTo>
                <a:close/>
                <a:moveTo>
                  <a:pt x="114300" y="314325"/>
                </a:moveTo>
                <a:cubicBezTo>
                  <a:pt x="114300" y="298554"/>
                  <a:pt x="101496" y="285750"/>
                  <a:pt x="85725" y="285750"/>
                </a:cubicBezTo>
                <a:cubicBezTo>
                  <a:pt x="69954" y="285750"/>
                  <a:pt x="57150" y="298554"/>
                  <a:pt x="57150" y="314325"/>
                </a:cubicBezTo>
                <a:cubicBezTo>
                  <a:pt x="57150" y="330096"/>
                  <a:pt x="69954" y="342900"/>
                  <a:pt x="85725" y="342900"/>
                </a:cubicBezTo>
                <a:cubicBezTo>
                  <a:pt x="101496" y="342900"/>
                  <a:pt x="114300" y="330096"/>
                  <a:pt x="114300" y="314325"/>
                </a:cubicBezTo>
                <a:close/>
                <a:moveTo>
                  <a:pt x="371475" y="114300"/>
                </a:moveTo>
                <a:cubicBezTo>
                  <a:pt x="387246" y="114300"/>
                  <a:pt x="400050" y="101496"/>
                  <a:pt x="400050" y="85725"/>
                </a:cubicBezTo>
                <a:cubicBezTo>
                  <a:pt x="400050" y="69954"/>
                  <a:pt x="387246" y="57150"/>
                  <a:pt x="371475" y="57150"/>
                </a:cubicBezTo>
                <a:cubicBezTo>
                  <a:pt x="355704" y="57150"/>
                  <a:pt x="342900" y="69954"/>
                  <a:pt x="342900" y="85725"/>
                </a:cubicBezTo>
                <a:cubicBezTo>
                  <a:pt x="342900" y="101496"/>
                  <a:pt x="355704" y="114300"/>
                  <a:pt x="371475" y="11430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11112500" y="2667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Flow and Pacing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12500" y="3149600"/>
            <a:ext cx="40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Guide players with tile arrangement and lighting. Alternate </a:t>
            </a: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challenge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rest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areas for engaging pacing.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263900" y="50800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8" name="Shape 16"/>
          <p:cNvSpPr/>
          <p:nvPr/>
        </p:nvSpPr>
        <p:spPr>
          <a:xfrm>
            <a:off x="3581400" y="539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57175" y="85725"/>
                </a:moveTo>
                <a:cubicBezTo>
                  <a:pt x="257175" y="69954"/>
                  <a:pt x="244371" y="57150"/>
                  <a:pt x="228600" y="57150"/>
                </a:cubicBezTo>
                <a:cubicBezTo>
                  <a:pt x="212829" y="57150"/>
                  <a:pt x="200025" y="69954"/>
                  <a:pt x="200025" y="85725"/>
                </a:cubicBezTo>
                <a:cubicBezTo>
                  <a:pt x="200025" y="101496"/>
                  <a:pt x="212829" y="114300"/>
                  <a:pt x="228600" y="114300"/>
                </a:cubicBezTo>
                <a:cubicBezTo>
                  <a:pt x="244371" y="114300"/>
                  <a:pt x="257175" y="101496"/>
                  <a:pt x="257175" y="85725"/>
                </a:cubicBezTo>
                <a:close/>
                <a:moveTo>
                  <a:pt x="228600" y="371475"/>
                </a:moveTo>
                <a:cubicBezTo>
                  <a:pt x="260122" y="371475"/>
                  <a:pt x="285750" y="345847"/>
                  <a:pt x="285750" y="314325"/>
                </a:cubicBezTo>
                <a:cubicBezTo>
                  <a:pt x="285750" y="299859"/>
                  <a:pt x="280392" y="286554"/>
                  <a:pt x="271463" y="276552"/>
                </a:cubicBezTo>
                <a:lnTo>
                  <a:pt x="333524" y="152519"/>
                </a:lnTo>
                <a:cubicBezTo>
                  <a:pt x="338792" y="141893"/>
                  <a:pt x="334506" y="129034"/>
                  <a:pt x="323969" y="123765"/>
                </a:cubicBezTo>
                <a:cubicBezTo>
                  <a:pt x="313432" y="118497"/>
                  <a:pt x="300484" y="122783"/>
                  <a:pt x="295215" y="133320"/>
                </a:cubicBezTo>
                <a:lnTo>
                  <a:pt x="233154" y="257354"/>
                </a:lnTo>
                <a:cubicBezTo>
                  <a:pt x="231636" y="257264"/>
                  <a:pt x="230118" y="257175"/>
                  <a:pt x="228600" y="257175"/>
                </a:cubicBezTo>
                <a:cubicBezTo>
                  <a:pt x="197078" y="257175"/>
                  <a:pt x="171450" y="282803"/>
                  <a:pt x="171450" y="314325"/>
                </a:cubicBezTo>
                <a:cubicBezTo>
                  <a:pt x="171450" y="345847"/>
                  <a:pt x="197078" y="371475"/>
                  <a:pt x="228600" y="371475"/>
                </a:cubicBezTo>
                <a:close/>
                <a:moveTo>
                  <a:pt x="157163" y="128588"/>
                </a:moveTo>
                <a:cubicBezTo>
                  <a:pt x="157163" y="112817"/>
                  <a:pt x="144358" y="100013"/>
                  <a:pt x="128588" y="100013"/>
                </a:cubicBezTo>
                <a:cubicBezTo>
                  <a:pt x="112817" y="100013"/>
                  <a:pt x="100013" y="112817"/>
                  <a:pt x="100013" y="128588"/>
                </a:cubicBezTo>
                <a:cubicBezTo>
                  <a:pt x="100013" y="144358"/>
                  <a:pt x="112817" y="157163"/>
                  <a:pt x="128588" y="157163"/>
                </a:cubicBezTo>
                <a:cubicBezTo>
                  <a:pt x="144358" y="157163"/>
                  <a:pt x="157163" y="144358"/>
                  <a:pt x="157163" y="128588"/>
                </a:cubicBezTo>
                <a:close/>
                <a:moveTo>
                  <a:pt x="85725" y="257175"/>
                </a:moveTo>
                <a:cubicBezTo>
                  <a:pt x="101496" y="257175"/>
                  <a:pt x="114300" y="244371"/>
                  <a:pt x="114300" y="228600"/>
                </a:cubicBezTo>
                <a:cubicBezTo>
                  <a:pt x="114300" y="212829"/>
                  <a:pt x="101496" y="200025"/>
                  <a:pt x="85725" y="200025"/>
                </a:cubicBezTo>
                <a:cubicBezTo>
                  <a:pt x="69954" y="200025"/>
                  <a:pt x="57150" y="212829"/>
                  <a:pt x="57150" y="228600"/>
                </a:cubicBezTo>
                <a:cubicBezTo>
                  <a:pt x="57150" y="244371"/>
                  <a:pt x="69954" y="257175"/>
                  <a:pt x="85725" y="257175"/>
                </a:cubicBezTo>
                <a:close/>
                <a:moveTo>
                  <a:pt x="400050" y="228600"/>
                </a:moveTo>
                <a:cubicBezTo>
                  <a:pt x="400050" y="212829"/>
                  <a:pt x="387246" y="200025"/>
                  <a:pt x="371475" y="200025"/>
                </a:cubicBezTo>
                <a:cubicBezTo>
                  <a:pt x="355704" y="200025"/>
                  <a:pt x="342900" y="212829"/>
                  <a:pt x="342900" y="228600"/>
                </a:cubicBezTo>
                <a:cubicBezTo>
                  <a:pt x="342900" y="244371"/>
                  <a:pt x="355704" y="257175"/>
                  <a:pt x="371475" y="257175"/>
                </a:cubicBezTo>
                <a:cubicBezTo>
                  <a:pt x="387246" y="257175"/>
                  <a:pt x="400050" y="244371"/>
                  <a:pt x="400050" y="228600"/>
                </a:cubicBezTo>
                <a:close/>
              </a:path>
            </a:pathLst>
          </a:custGeom>
          <a:solidFill>
            <a:srgbClr val="4CAF50"/>
          </a:solidFill>
          <a:ln/>
        </p:spPr>
      </p:sp>
      <p:sp>
        <p:nvSpPr>
          <p:cNvPr id="19" name="Text 17"/>
          <p:cNvSpPr/>
          <p:nvPr/>
        </p:nvSpPr>
        <p:spPr>
          <a:xfrm>
            <a:off x="3581400" y="6032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81400" y="6515100"/>
            <a:ext cx="40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Tilemap </a:t>
            </a: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chunk optimization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limit the number of animated tiles. Profile early and often.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280400" y="50800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22" name="Shape 20"/>
          <p:cNvSpPr/>
          <p:nvPr/>
        </p:nvSpPr>
        <p:spPr>
          <a:xfrm>
            <a:off x="8597900" y="539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714" y="171450"/>
                </a:moveTo>
                <a:lnTo>
                  <a:pt x="435769" y="171450"/>
                </a:lnTo>
                <a:cubicBezTo>
                  <a:pt x="447645" y="171450"/>
                  <a:pt x="457200" y="161895"/>
                  <a:pt x="457200" y="150019"/>
                </a:cubicBezTo>
                <a:lnTo>
                  <a:pt x="457200" y="21431"/>
                </a:lnTo>
                <a:cubicBezTo>
                  <a:pt x="457200" y="12769"/>
                  <a:pt x="452021" y="4911"/>
                  <a:pt x="443984" y="1607"/>
                </a:cubicBezTo>
                <a:cubicBezTo>
                  <a:pt x="435947" y="-1697"/>
                  <a:pt x="426750" y="179"/>
                  <a:pt x="420588" y="6251"/>
                </a:cubicBezTo>
                <a:lnTo>
                  <a:pt x="374422" y="52507"/>
                </a:lnTo>
                <a:cubicBezTo>
                  <a:pt x="334863" y="19735"/>
                  <a:pt x="283964" y="0"/>
                  <a:pt x="228600" y="0"/>
                </a:cubicBezTo>
                <a:cubicBezTo>
                  <a:pt x="113407" y="0"/>
                  <a:pt x="18127" y="85189"/>
                  <a:pt x="2322" y="196007"/>
                </a:cubicBezTo>
                <a:cubicBezTo>
                  <a:pt x="89" y="211634"/>
                  <a:pt x="10894" y="226100"/>
                  <a:pt x="26521" y="228332"/>
                </a:cubicBezTo>
                <a:cubicBezTo>
                  <a:pt x="42148" y="230565"/>
                  <a:pt x="56614" y="219670"/>
                  <a:pt x="58847" y="204133"/>
                </a:cubicBezTo>
                <a:cubicBezTo>
                  <a:pt x="70723" y="120997"/>
                  <a:pt x="142250" y="57150"/>
                  <a:pt x="228600" y="57150"/>
                </a:cubicBezTo>
                <a:cubicBezTo>
                  <a:pt x="268248" y="57150"/>
                  <a:pt x="304681" y="70545"/>
                  <a:pt x="333702" y="93137"/>
                </a:cubicBezTo>
                <a:lnTo>
                  <a:pt x="292001" y="134838"/>
                </a:lnTo>
                <a:cubicBezTo>
                  <a:pt x="285839" y="141000"/>
                  <a:pt x="284053" y="150197"/>
                  <a:pt x="287357" y="158234"/>
                </a:cubicBezTo>
                <a:cubicBezTo>
                  <a:pt x="290661" y="166271"/>
                  <a:pt x="298519" y="171450"/>
                  <a:pt x="307181" y="171450"/>
                </a:cubicBezTo>
                <a:lnTo>
                  <a:pt x="428714" y="171450"/>
                </a:lnTo>
                <a:close/>
                <a:moveTo>
                  <a:pt x="454968" y="261193"/>
                </a:moveTo>
                <a:cubicBezTo>
                  <a:pt x="457200" y="245566"/>
                  <a:pt x="446306" y="231100"/>
                  <a:pt x="430768" y="228868"/>
                </a:cubicBezTo>
                <a:cubicBezTo>
                  <a:pt x="415230" y="226635"/>
                  <a:pt x="400675" y="237530"/>
                  <a:pt x="398443" y="253067"/>
                </a:cubicBezTo>
                <a:cubicBezTo>
                  <a:pt x="386566" y="336113"/>
                  <a:pt x="315039" y="399961"/>
                  <a:pt x="228689" y="399961"/>
                </a:cubicBezTo>
                <a:cubicBezTo>
                  <a:pt x="189041" y="399961"/>
                  <a:pt x="152608" y="386566"/>
                  <a:pt x="123587" y="363974"/>
                </a:cubicBezTo>
                <a:lnTo>
                  <a:pt x="165199" y="322362"/>
                </a:lnTo>
                <a:cubicBezTo>
                  <a:pt x="171361" y="316200"/>
                  <a:pt x="173147" y="307003"/>
                  <a:pt x="169843" y="298966"/>
                </a:cubicBezTo>
                <a:cubicBezTo>
                  <a:pt x="166539" y="290929"/>
                  <a:pt x="158681" y="285750"/>
                  <a:pt x="150019" y="285750"/>
                </a:cubicBezTo>
                <a:lnTo>
                  <a:pt x="21431" y="285750"/>
                </a:lnTo>
                <a:cubicBezTo>
                  <a:pt x="9555" y="285750"/>
                  <a:pt x="0" y="295305"/>
                  <a:pt x="0" y="307181"/>
                </a:cubicBezTo>
                <a:lnTo>
                  <a:pt x="0" y="435769"/>
                </a:lnTo>
                <a:cubicBezTo>
                  <a:pt x="0" y="444431"/>
                  <a:pt x="5179" y="452289"/>
                  <a:pt x="13216" y="455593"/>
                </a:cubicBezTo>
                <a:cubicBezTo>
                  <a:pt x="21253" y="458897"/>
                  <a:pt x="30450" y="457021"/>
                  <a:pt x="36612" y="450949"/>
                </a:cubicBezTo>
                <a:lnTo>
                  <a:pt x="82867" y="404693"/>
                </a:lnTo>
                <a:cubicBezTo>
                  <a:pt x="122337" y="437465"/>
                  <a:pt x="173236" y="457200"/>
                  <a:pt x="228600" y="457200"/>
                </a:cubicBezTo>
                <a:cubicBezTo>
                  <a:pt x="343793" y="457200"/>
                  <a:pt x="439073" y="372011"/>
                  <a:pt x="454878" y="261193"/>
                </a:cubicBez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23" name="Text 21"/>
          <p:cNvSpPr/>
          <p:nvPr/>
        </p:nvSpPr>
        <p:spPr>
          <a:xfrm>
            <a:off x="8597900" y="6032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Iteration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97900" y="6515100"/>
            <a:ext cx="40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</a:t>
            </a: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Rule Tiles</a:t>
            </a: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rapidly prototype and modify layouts. Test, iterate, and refine your designs quickly.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62000" y="8255000"/>
            <a:ext cx="14732000" cy="444500"/>
          </a:xfrm>
          <a:prstGeom prst="roundRect">
            <a:avLst>
              <a:gd name="adj" fmla="val 6000"/>
            </a:avLst>
          </a:prstGeom>
          <a:solidFill>
            <a:srgbClr val="7C5CFF">
              <a:alpha val="8235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143000" y="8255000"/>
            <a:ext cx="1397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i="1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"Good level design teaches the player through play, not text."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62000" y="74930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8" name="Text 26"/>
          <p:cNvSpPr/>
          <p:nvPr/>
        </p:nvSpPr>
        <p:spPr>
          <a:xfrm>
            <a:off x="14986000" y="77216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udbol2uio32n6/mnt/agents/output/week8_tilemaps/images/5_Fantazmo_Du_an_Perunovi_Side_scroll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A1D29">
                  <a:alpha val="90000"/>
                </a:srgbClr>
              </a:gs>
              <a:gs pos="50000">
                <a:srgbClr val="1A1D29">
                  <a:alpha val="80000"/>
                </a:srgbClr>
              </a:gs>
              <a:gs pos="100000">
                <a:srgbClr val="1A1D29">
                  <a:alpha val="7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794000"/>
            <a:ext cx="2540000" cy="38100"/>
          </a:xfrm>
          <a:prstGeom prst="rect">
            <a:avLst/>
          </a:prstGeom>
          <a:solidFill>
            <a:srgbClr val="00E5C7"/>
          </a:solidFill>
          <a:ln/>
        </p:spPr>
      </p:sp>
      <p:sp>
        <p:nvSpPr>
          <p:cNvPr id="5" name="Text 2"/>
          <p:cNvSpPr/>
          <p:nvPr/>
        </p:nvSpPr>
        <p:spPr>
          <a:xfrm>
            <a:off x="4318000" y="3048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kern="0" spc="4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 COMPLETE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413000" y="35560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kern="0" spc="3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YOU'RE READY TO BUILD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0" y="4572000"/>
            <a:ext cx="2540000" cy="38100"/>
          </a:xfrm>
          <a:prstGeom prst="rect">
            <a:avLst/>
          </a:prstGeom>
          <a:solidFill>
            <a:srgbClr val="00E5C7"/>
          </a:solidFill>
          <a:ln/>
        </p:spPr>
      </p:sp>
      <p:sp>
        <p:nvSpPr>
          <p:cNvPr id="8" name="Text 5"/>
          <p:cNvSpPr/>
          <p:nvPr/>
        </p:nvSpPr>
        <p:spPr>
          <a:xfrm>
            <a:off x="2413000" y="48895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now have the tools to build complete 2D levels — from tile-based environments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playable characters with physics and input.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18000" y="6223000"/>
            <a:ext cx="7620000" cy="762000"/>
          </a:xfrm>
          <a:prstGeom prst="roundRect">
            <a:avLst>
              <a:gd name="adj" fmla="val 10000"/>
            </a:avLst>
          </a:prstGeom>
          <a:solidFill>
            <a:srgbClr val="252A3A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62230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00E5C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 week:</a:t>
            </a:r>
            <a:r>
              <a:rPr lang="en-US" sz="1600" dirty="0">
                <a:solidFill>
                  <a:srgbClr val="F0F1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Enemies, Collectibles, and Game Mechanics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gradFill flip="none" rotWithShape="1">
            <a:gsLst>
              <a:gs pos="0">
                <a:srgbClr val="7C5CFF"/>
              </a:gs>
              <a:gs pos="100000">
                <a:srgbClr val="00E5C7"/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2881</Words>
  <Application>Microsoft Office PowerPoint</Application>
  <PresentationFormat>Custom</PresentationFormat>
  <Paragraphs>432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Liter</vt:lpstr>
      <vt:lpstr>Arial</vt:lpstr>
      <vt:lpstr>QuattrocentoSans</vt:lpstr>
      <vt:lpstr>Quattrocento Sans</vt:lpstr>
      <vt:lpstr>Calibri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8 — Tilemaps, Player Setup &amp; Level Design</dc:title>
  <dc:subject>Week 8 — Tilemaps, Player Setup &amp; Level Design</dc:subject>
  <dc:creator>Kimi</dc:creator>
  <cp:lastModifiedBy>Lenovo</cp:lastModifiedBy>
  <cp:revision>2</cp:revision>
  <dcterms:created xsi:type="dcterms:W3CDTF">2026-05-24T16:48:01Z</dcterms:created>
  <dcterms:modified xsi:type="dcterms:W3CDTF">2026-06-30T13:37:24Z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{"Label":"Week 8 — Tilemaps, Player Setup &amp; Level Design","ContentProducer":"001191110108MACG2KBH8F10000","ProduceID":"19e5ae1c-c1b2-823a-8000-0000037ea872","ReservedCode1":"","ContentPropagator":"001191110108MACG2KBH8F20000","PropagateID":"19e5ae1c-c1b2-</vt:lpwstr>
  </property>
</Properties>
</file>