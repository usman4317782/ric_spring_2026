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Quattrocento Sans" charset="-122" pitchFamily="34"/>
      <p:regular r:id="rId35"/>
    </p:embeddedFont>
    <p:embeddedFont>
      <p:font typeface="Liter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tvlgpsu6ygnm/mnt/agents/output/ict-week1/images/6_9_500_Digital_Transformation_Abstract.png">    </p:cNvPr>
          <p:cNvPicPr>
            <a:picLocks noChangeAspect="1"/>
          </p:cNvPicPr>
          <p:nvPr/>
        </p:nvPicPr>
        <p:blipFill>
          <a:blip r:embed="rId1"/>
          <a:srcRect l="36" r="3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C1E">
                  <a:alpha val="94000"/>
                </a:srgbClr>
              </a:gs>
              <a:gs pos="55000">
                <a:srgbClr val="1C1C1E">
                  <a:alpha val="75000"/>
                </a:srgbClr>
              </a:gs>
              <a:gs pos="100000">
                <a:srgbClr val="1C1C1E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16000" y="3048000"/>
            <a:ext cx="762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2"/>
          <p:cNvSpPr/>
          <p:nvPr/>
        </p:nvSpPr>
        <p:spPr>
          <a:xfrm>
            <a:off x="1016000" y="3302000"/>
            <a:ext cx="889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OF INFORMATION AND COMMUNICATION TECHNOLOGIES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016000" y="5080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1 — Course Introduction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016000" y="5778500"/>
            <a:ext cx="2540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60325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Role of ICT in Daily Life | Main Components of Computer Systems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00" y="8128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ICT FUNDAMENTALS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874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2000" y="12065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7112000" cy="2921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4765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2476500"/>
            <a:ext cx="520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Lect. 1 — The Role of ICT in Daily Life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3048000"/>
            <a:ext cx="520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Exploring computer-based systems across sectors: school management, booking systems, banking, healthcare, expert systems, retail, recognition, and satellite technologies.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85850" y="34925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114300" y="28575"/>
                </a:moveTo>
                <a:cubicBezTo>
                  <a:pt x="82778" y="28575"/>
                  <a:pt x="57150" y="54203"/>
                  <a:pt x="57150" y="85725"/>
                </a:cubicBezTo>
                <a:lnTo>
                  <a:pt x="57150" y="300038"/>
                </a:lnTo>
                <a:lnTo>
                  <a:pt x="114300" y="300038"/>
                </a:lnTo>
                <a:lnTo>
                  <a:pt x="114300" y="85725"/>
                </a:lnTo>
                <a:lnTo>
                  <a:pt x="457200" y="85725"/>
                </a:lnTo>
                <a:lnTo>
                  <a:pt x="457200" y="300038"/>
                </a:lnTo>
                <a:lnTo>
                  <a:pt x="514350" y="300038"/>
                </a:lnTo>
                <a:lnTo>
                  <a:pt x="514350" y="85725"/>
                </a:lnTo>
                <a:cubicBezTo>
                  <a:pt x="514350" y="54203"/>
                  <a:pt x="488722" y="28575"/>
                  <a:pt x="457200" y="28575"/>
                </a:cubicBezTo>
                <a:lnTo>
                  <a:pt x="114300" y="28575"/>
                </a:lnTo>
                <a:close/>
                <a:moveTo>
                  <a:pt x="17145" y="342900"/>
                </a:moveTo>
                <a:cubicBezTo>
                  <a:pt x="7680" y="342900"/>
                  <a:pt x="0" y="350580"/>
                  <a:pt x="0" y="360045"/>
                </a:cubicBezTo>
                <a:cubicBezTo>
                  <a:pt x="0" y="397907"/>
                  <a:pt x="30718" y="428625"/>
                  <a:pt x="68580" y="428625"/>
                </a:cubicBezTo>
                <a:lnTo>
                  <a:pt x="502920" y="428625"/>
                </a:lnTo>
                <a:cubicBezTo>
                  <a:pt x="540782" y="428625"/>
                  <a:pt x="571500" y="397907"/>
                  <a:pt x="571500" y="360045"/>
                </a:cubicBezTo>
                <a:cubicBezTo>
                  <a:pt x="571500" y="350580"/>
                  <a:pt x="563820" y="342900"/>
                  <a:pt x="554355" y="342900"/>
                </a:cubicBezTo>
                <a:lnTo>
                  <a:pt x="17145" y="3429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0" name="Shape 8"/>
          <p:cNvSpPr/>
          <p:nvPr/>
        </p:nvSpPr>
        <p:spPr>
          <a:xfrm>
            <a:off x="8382000" y="2159000"/>
            <a:ext cx="7112000" cy="2921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0" y="24765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06000" y="2476500"/>
            <a:ext cx="558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Lect. 2 — Components of Computer Systems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06000" y="3048000"/>
            <a:ext cx="520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hardware components, computer-based systems, software and programs, and communication technologies that power modern computing.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63000" y="349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8128000"/>
            <a:ext cx="1473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8318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Applications of ICT — Week 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986000" y="8318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tvlgpsu6ygnm/mnt/agents/output/ict-week1/images/1_City_Network_Connectivity_Aerial.png">    </p:cNvPr>
          <p:cNvPicPr>
            <a:picLocks noChangeAspect="1"/>
          </p:cNvPicPr>
          <p:nvPr/>
        </p:nvPicPr>
        <p:blipFill>
          <a:blip r:embed="rId1"/>
          <a:srcRect l="194" r="194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C1E">
                  <a:alpha val="94000"/>
                </a:srgbClr>
              </a:gs>
              <a:gs pos="50000">
                <a:srgbClr val="1C1C1E">
                  <a:alpha val="75000"/>
                </a:srgbClr>
              </a:gs>
              <a:gs pos="100000">
                <a:srgbClr val="1C1C1E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890000" y="1524000"/>
            <a:ext cx="6604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0" dirty="0">
                <a:solidFill>
                  <a:srgbClr val="FFFFFF">
                    <a:alpha val="8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556000"/>
            <a:ext cx="762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810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FFFFF">
                    <a:alpha val="6902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16000" y="4254500"/>
            <a:ext cx="8255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Role of ICT in Daily Life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016000" y="5588000"/>
            <a:ext cx="762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Exploring how computer-based systems transform every aspect of modern society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16000" y="8128000"/>
            <a:ext cx="3810000" cy="25400"/>
          </a:xfrm>
          <a:prstGeom prst="rect">
            <a:avLst/>
          </a:prstGeom>
          <a:solidFill>
            <a:srgbClr val="0D7377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ICT?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651000"/>
            <a:ext cx="6858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Information and Communication Technology (ICT)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refers to technologies that provide access to information through telecommunications.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encompasses the internet, wireless networks, cell phones, computers, software, and other media applications.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has become an integral part of daily life, transforming how we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work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communicate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D7377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access services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6223000"/>
            <a:ext cx="6858000" cy="1270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660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49151" y="277813"/>
                </a:moveTo>
                <a:lnTo>
                  <a:pt x="159742" y="277813"/>
                </a:lnTo>
                <a:cubicBezTo>
                  <a:pt x="162620" y="341809"/>
                  <a:pt x="176808" y="400745"/>
                  <a:pt x="196949" y="443905"/>
                </a:cubicBezTo>
                <a:cubicBezTo>
                  <a:pt x="208260" y="468213"/>
                  <a:pt x="220464" y="485378"/>
                  <a:pt x="231775" y="495895"/>
                </a:cubicBezTo>
                <a:cubicBezTo>
                  <a:pt x="242887" y="506313"/>
                  <a:pt x="250527" y="508000"/>
                  <a:pt x="254496" y="508000"/>
                </a:cubicBezTo>
                <a:cubicBezTo>
                  <a:pt x="258465" y="508000"/>
                  <a:pt x="266105" y="506313"/>
                  <a:pt x="277217" y="495895"/>
                </a:cubicBezTo>
                <a:cubicBezTo>
                  <a:pt x="288528" y="485378"/>
                  <a:pt x="300732" y="468114"/>
                  <a:pt x="312043" y="443905"/>
                </a:cubicBezTo>
                <a:cubicBezTo>
                  <a:pt x="332184" y="400745"/>
                  <a:pt x="346373" y="341809"/>
                  <a:pt x="349250" y="277813"/>
                </a:cubicBezTo>
                <a:close/>
                <a:moveTo>
                  <a:pt x="159643" y="230188"/>
                </a:moveTo>
                <a:lnTo>
                  <a:pt x="349052" y="230188"/>
                </a:lnTo>
                <a:cubicBezTo>
                  <a:pt x="346273" y="166191"/>
                  <a:pt x="332085" y="107255"/>
                  <a:pt x="311944" y="64095"/>
                </a:cubicBezTo>
                <a:cubicBezTo>
                  <a:pt x="300633" y="39886"/>
                  <a:pt x="288429" y="22622"/>
                  <a:pt x="277118" y="12105"/>
                </a:cubicBezTo>
                <a:cubicBezTo>
                  <a:pt x="266005" y="1687"/>
                  <a:pt x="258366" y="0"/>
                  <a:pt x="254397" y="0"/>
                </a:cubicBezTo>
                <a:cubicBezTo>
                  <a:pt x="250428" y="0"/>
                  <a:pt x="242788" y="1687"/>
                  <a:pt x="231676" y="12105"/>
                </a:cubicBezTo>
                <a:cubicBezTo>
                  <a:pt x="220365" y="22622"/>
                  <a:pt x="208161" y="39886"/>
                  <a:pt x="196850" y="64095"/>
                </a:cubicBezTo>
                <a:cubicBezTo>
                  <a:pt x="176709" y="107255"/>
                  <a:pt x="162520" y="166191"/>
                  <a:pt x="159643" y="230188"/>
                </a:cubicBezTo>
                <a:close/>
                <a:moveTo>
                  <a:pt x="112018" y="230188"/>
                </a:moveTo>
                <a:cubicBezTo>
                  <a:pt x="115491" y="145256"/>
                  <a:pt x="137418" y="66377"/>
                  <a:pt x="169466" y="14585"/>
                </a:cubicBezTo>
                <a:cubicBezTo>
                  <a:pt x="78085" y="46930"/>
                  <a:pt x="10815" y="130175"/>
                  <a:pt x="1488" y="230188"/>
                </a:cubicBezTo>
                <a:lnTo>
                  <a:pt x="112018" y="230188"/>
                </a:lnTo>
                <a:close/>
                <a:moveTo>
                  <a:pt x="1488" y="277813"/>
                </a:moveTo>
                <a:cubicBezTo>
                  <a:pt x="10815" y="377825"/>
                  <a:pt x="78085" y="461070"/>
                  <a:pt x="169466" y="493415"/>
                </a:cubicBezTo>
                <a:cubicBezTo>
                  <a:pt x="137418" y="441623"/>
                  <a:pt x="115491" y="362744"/>
                  <a:pt x="112018" y="277813"/>
                </a:cubicBezTo>
                <a:lnTo>
                  <a:pt x="1488" y="277813"/>
                </a:lnTo>
                <a:close/>
                <a:moveTo>
                  <a:pt x="396776" y="277813"/>
                </a:moveTo>
                <a:cubicBezTo>
                  <a:pt x="393303" y="362744"/>
                  <a:pt x="371376" y="441623"/>
                  <a:pt x="339328" y="493415"/>
                </a:cubicBezTo>
                <a:cubicBezTo>
                  <a:pt x="430709" y="460970"/>
                  <a:pt x="497979" y="377825"/>
                  <a:pt x="507305" y="277813"/>
                </a:cubicBezTo>
                <a:lnTo>
                  <a:pt x="396776" y="277813"/>
                </a:lnTo>
                <a:close/>
                <a:moveTo>
                  <a:pt x="507305" y="230188"/>
                </a:moveTo>
                <a:cubicBezTo>
                  <a:pt x="497979" y="130175"/>
                  <a:pt x="430709" y="46930"/>
                  <a:pt x="339328" y="14585"/>
                </a:cubicBezTo>
                <a:cubicBezTo>
                  <a:pt x="371376" y="66377"/>
                  <a:pt x="393303" y="145256"/>
                  <a:pt x="396776" y="230188"/>
                </a:cubicBezTo>
                <a:lnTo>
                  <a:pt x="507305" y="230188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778000" y="6413500"/>
            <a:ext cx="558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smartphones to cloud computing, ICT bridges the gap between people and information worldwide.</a:t>
            </a:r>
            <a:endParaRPr lang="en-US" sz="1600" dirty="0"/>
          </a:p>
        </p:txBody>
      </p:sp>
      <p:pic>
        <p:nvPicPr>
          <p:cNvPr id="8" name="Image 0" descr="https://kimi-img.moonshot.cn/pub/slides/okc/5tvlgpsu6ygnm/mnt/agents/output/ict-week1/images/8_45_300_Data_Connection_City_Stock.png">    </p:cNvPr>
          <p:cNvPicPr>
            <a:picLocks noChangeAspect="1"/>
          </p:cNvPicPr>
          <p:nvPr/>
        </p:nvPicPr>
        <p:blipFill>
          <a:blip r:embed="rId1"/>
          <a:srcRect l="15786" r="15786" t="0" b="0"/>
          <a:stretch/>
        </p:blipFill>
        <p:spPr>
          <a:xfrm>
            <a:off x="8382000" y="1651000"/>
            <a:ext cx="7112000" cy="5842000"/>
          </a:xfrm>
          <a:prstGeom prst="roundRect">
            <a:avLst>
              <a:gd name="adj" fmla="val 8000"/>
            </a:avLst>
          </a:prstGeom>
        </p:spPr>
      </p:pic>
      <p:sp>
        <p:nvSpPr>
          <p:cNvPr id="9" name="Text 6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ICT Impact on Modern Society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has revolutionized virtually every sector of society. The global ICT market continues to grow, with digital transformation becoming a strategic priority for organizations worldwide.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3429000" cy="2921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2794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8100" y="155416"/>
                </a:moveTo>
                <a:lnTo>
                  <a:pt x="204152" y="223758"/>
                </a:lnTo>
                <a:cubicBezTo>
                  <a:pt x="211931" y="226933"/>
                  <a:pt x="220186" y="228600"/>
                  <a:pt x="228600" y="228600"/>
                </a:cubicBezTo>
                <a:cubicBezTo>
                  <a:pt x="237014" y="228600"/>
                  <a:pt x="245269" y="226933"/>
                  <a:pt x="253048" y="223758"/>
                </a:cubicBezTo>
                <a:lnTo>
                  <a:pt x="445453" y="144542"/>
                </a:lnTo>
                <a:cubicBezTo>
                  <a:pt x="452596" y="141605"/>
                  <a:pt x="457200" y="134699"/>
                  <a:pt x="457200" y="127000"/>
                </a:cubicBezTo>
                <a:cubicBezTo>
                  <a:pt x="457200" y="119301"/>
                  <a:pt x="452596" y="112395"/>
                  <a:pt x="445453" y="109458"/>
                </a:cubicBezTo>
                <a:lnTo>
                  <a:pt x="253048" y="30242"/>
                </a:lnTo>
                <a:cubicBezTo>
                  <a:pt x="245269" y="27067"/>
                  <a:pt x="237014" y="25400"/>
                  <a:pt x="228600" y="25400"/>
                </a:cubicBezTo>
                <a:cubicBezTo>
                  <a:pt x="220186" y="25400"/>
                  <a:pt x="211931" y="27067"/>
                  <a:pt x="204152" y="30242"/>
                </a:cubicBezTo>
                <a:lnTo>
                  <a:pt x="11748" y="109458"/>
                </a:lnTo>
                <a:cubicBezTo>
                  <a:pt x="4604" y="112395"/>
                  <a:pt x="0" y="119301"/>
                  <a:pt x="0" y="127000"/>
                </a:cubicBezTo>
                <a:lnTo>
                  <a:pt x="0" y="361950"/>
                </a:lnTo>
                <a:cubicBezTo>
                  <a:pt x="0" y="372507"/>
                  <a:pt x="8493" y="381000"/>
                  <a:pt x="19050" y="381000"/>
                </a:cubicBezTo>
                <a:cubicBezTo>
                  <a:pt x="29607" y="381000"/>
                  <a:pt x="38100" y="372507"/>
                  <a:pt x="38100" y="361950"/>
                </a:cubicBezTo>
                <a:lnTo>
                  <a:pt x="38100" y="155416"/>
                </a:lnTo>
                <a:close/>
                <a:moveTo>
                  <a:pt x="76200" y="212328"/>
                </a:moveTo>
                <a:lnTo>
                  <a:pt x="76200" y="304800"/>
                </a:lnTo>
                <a:cubicBezTo>
                  <a:pt x="76200" y="346869"/>
                  <a:pt x="144463" y="381000"/>
                  <a:pt x="228600" y="381000"/>
                </a:cubicBezTo>
                <a:cubicBezTo>
                  <a:pt x="312738" y="381000"/>
                  <a:pt x="381000" y="346869"/>
                  <a:pt x="381000" y="304800"/>
                </a:cubicBezTo>
                <a:lnTo>
                  <a:pt x="381000" y="212249"/>
                </a:lnTo>
                <a:lnTo>
                  <a:pt x="267573" y="259001"/>
                </a:lnTo>
                <a:cubicBezTo>
                  <a:pt x="255191" y="264081"/>
                  <a:pt x="242014" y="266700"/>
                  <a:pt x="228600" y="266700"/>
                </a:cubicBezTo>
                <a:cubicBezTo>
                  <a:pt x="215186" y="266700"/>
                  <a:pt x="202009" y="264081"/>
                  <a:pt x="189627" y="259001"/>
                </a:cubicBezTo>
                <a:lnTo>
                  <a:pt x="76200" y="212249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3655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8100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E-learning platforms and digital classrooms enable remote learning and access to global educational resources.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21200" y="2540000"/>
            <a:ext cx="3429000" cy="2921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4775200" y="279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85646"/>
                </a:moveTo>
                <a:lnTo>
                  <a:pt x="191294" y="69136"/>
                </a:lnTo>
                <a:cubicBezTo>
                  <a:pt x="171450" y="41672"/>
                  <a:pt x="139621" y="25400"/>
                  <a:pt x="105648" y="25400"/>
                </a:cubicBezTo>
                <a:cubicBezTo>
                  <a:pt x="47308" y="25400"/>
                  <a:pt x="0" y="72708"/>
                  <a:pt x="0" y="131048"/>
                </a:cubicBezTo>
                <a:lnTo>
                  <a:pt x="0" y="133112"/>
                </a:lnTo>
                <a:cubicBezTo>
                  <a:pt x="0" y="151844"/>
                  <a:pt x="4921" y="171212"/>
                  <a:pt x="13176" y="190500"/>
                </a:cubicBezTo>
                <a:lnTo>
                  <a:pt x="97314" y="190500"/>
                </a:lnTo>
                <a:cubicBezTo>
                  <a:pt x="99854" y="190500"/>
                  <a:pt x="102156" y="188992"/>
                  <a:pt x="103188" y="186611"/>
                </a:cubicBezTo>
                <a:lnTo>
                  <a:pt x="128429" y="126048"/>
                </a:lnTo>
                <a:cubicBezTo>
                  <a:pt x="131366" y="119063"/>
                  <a:pt x="138192" y="114459"/>
                  <a:pt x="145733" y="114300"/>
                </a:cubicBezTo>
                <a:cubicBezTo>
                  <a:pt x="153273" y="114141"/>
                  <a:pt x="160258" y="118586"/>
                  <a:pt x="163354" y="125492"/>
                </a:cubicBezTo>
                <a:lnTo>
                  <a:pt x="204073" y="215900"/>
                </a:lnTo>
                <a:lnTo>
                  <a:pt x="236934" y="150178"/>
                </a:lnTo>
                <a:cubicBezTo>
                  <a:pt x="240189" y="143748"/>
                  <a:pt x="246777" y="139621"/>
                  <a:pt x="254000" y="139621"/>
                </a:cubicBezTo>
                <a:cubicBezTo>
                  <a:pt x="261223" y="139621"/>
                  <a:pt x="267811" y="143669"/>
                  <a:pt x="271066" y="150178"/>
                </a:cubicBezTo>
                <a:lnTo>
                  <a:pt x="289481" y="186928"/>
                </a:lnTo>
                <a:cubicBezTo>
                  <a:pt x="290592" y="189071"/>
                  <a:pt x="292735" y="190421"/>
                  <a:pt x="295196" y="190421"/>
                </a:cubicBezTo>
                <a:lnTo>
                  <a:pt x="393303" y="190421"/>
                </a:lnTo>
                <a:cubicBezTo>
                  <a:pt x="401638" y="171133"/>
                  <a:pt x="406479" y="151765"/>
                  <a:pt x="406479" y="133033"/>
                </a:cubicBezTo>
                <a:lnTo>
                  <a:pt x="406479" y="130969"/>
                </a:lnTo>
                <a:cubicBezTo>
                  <a:pt x="406400" y="72708"/>
                  <a:pt x="359093" y="25400"/>
                  <a:pt x="300752" y="25400"/>
                </a:cubicBezTo>
                <a:cubicBezTo>
                  <a:pt x="266859" y="25400"/>
                  <a:pt x="234950" y="41672"/>
                  <a:pt x="215106" y="69136"/>
                </a:cubicBezTo>
                <a:lnTo>
                  <a:pt x="203200" y="85566"/>
                </a:lnTo>
                <a:close/>
                <a:moveTo>
                  <a:pt x="372745" y="228600"/>
                </a:moveTo>
                <a:lnTo>
                  <a:pt x="295116" y="228600"/>
                </a:lnTo>
                <a:cubicBezTo>
                  <a:pt x="278289" y="228600"/>
                  <a:pt x="262890" y="219075"/>
                  <a:pt x="255349" y="203994"/>
                </a:cubicBezTo>
                <a:lnTo>
                  <a:pt x="254000" y="201295"/>
                </a:lnTo>
                <a:lnTo>
                  <a:pt x="220266" y="268843"/>
                </a:lnTo>
                <a:cubicBezTo>
                  <a:pt x="217011" y="275431"/>
                  <a:pt x="210185" y="279559"/>
                  <a:pt x="202803" y="279400"/>
                </a:cubicBezTo>
                <a:cubicBezTo>
                  <a:pt x="195421" y="279241"/>
                  <a:pt x="188833" y="274876"/>
                  <a:pt x="185817" y="268208"/>
                </a:cubicBezTo>
                <a:lnTo>
                  <a:pt x="146685" y="181293"/>
                </a:lnTo>
                <a:lnTo>
                  <a:pt x="138351" y="201295"/>
                </a:lnTo>
                <a:cubicBezTo>
                  <a:pt x="131445" y="217884"/>
                  <a:pt x="115253" y="228679"/>
                  <a:pt x="97314" y="228679"/>
                </a:cubicBezTo>
                <a:lnTo>
                  <a:pt x="33655" y="228679"/>
                </a:lnTo>
                <a:cubicBezTo>
                  <a:pt x="71120" y="287258"/>
                  <a:pt x="131286" y="341154"/>
                  <a:pt x="168910" y="369888"/>
                </a:cubicBezTo>
                <a:cubicBezTo>
                  <a:pt x="178753" y="377349"/>
                  <a:pt x="190818" y="381079"/>
                  <a:pt x="203121" y="381079"/>
                </a:cubicBezTo>
                <a:cubicBezTo>
                  <a:pt x="215424" y="381079"/>
                  <a:pt x="227568" y="377428"/>
                  <a:pt x="237331" y="369888"/>
                </a:cubicBezTo>
                <a:cubicBezTo>
                  <a:pt x="275114" y="341074"/>
                  <a:pt x="335280" y="287179"/>
                  <a:pt x="372745" y="2286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4775200" y="33655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75200" y="38100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Electronic medical records and telemedicine improve patient care and enable remote diagnosis.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93100" y="2540000"/>
            <a:ext cx="3429000" cy="2921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8547100" y="279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8750" y="38100"/>
                </a:moveTo>
                <a:lnTo>
                  <a:pt x="247650" y="38100"/>
                </a:lnTo>
                <a:cubicBezTo>
                  <a:pt x="251142" y="38100"/>
                  <a:pt x="254000" y="40958"/>
                  <a:pt x="254000" y="44450"/>
                </a:cubicBezTo>
                <a:lnTo>
                  <a:pt x="254000" y="76200"/>
                </a:lnTo>
                <a:lnTo>
                  <a:pt x="152400" y="76200"/>
                </a:lnTo>
                <a:lnTo>
                  <a:pt x="152400" y="44450"/>
                </a:lnTo>
                <a:cubicBezTo>
                  <a:pt x="152400" y="40958"/>
                  <a:pt x="155258" y="38100"/>
                  <a:pt x="158750" y="38100"/>
                </a:cubicBezTo>
                <a:close/>
                <a:moveTo>
                  <a:pt x="114300" y="44450"/>
                </a:moveTo>
                <a:lnTo>
                  <a:pt x="114300" y="76200"/>
                </a:lnTo>
                <a:lnTo>
                  <a:pt x="50800" y="76200"/>
                </a:lnTo>
                <a:cubicBezTo>
                  <a:pt x="22781" y="76200"/>
                  <a:pt x="0" y="98981"/>
                  <a:pt x="0" y="127000"/>
                </a:cubicBezTo>
                <a:lnTo>
                  <a:pt x="0" y="203200"/>
                </a:lnTo>
                <a:lnTo>
                  <a:pt x="406400" y="203200"/>
                </a:lnTo>
                <a:lnTo>
                  <a:pt x="406400" y="127000"/>
                </a:lnTo>
                <a:cubicBezTo>
                  <a:pt x="406400" y="98981"/>
                  <a:pt x="383619" y="76200"/>
                  <a:pt x="355600" y="76200"/>
                </a:cubicBezTo>
                <a:lnTo>
                  <a:pt x="292100" y="76200"/>
                </a:lnTo>
                <a:lnTo>
                  <a:pt x="292100" y="44450"/>
                </a:lnTo>
                <a:cubicBezTo>
                  <a:pt x="292100" y="19923"/>
                  <a:pt x="272177" y="0"/>
                  <a:pt x="247650" y="0"/>
                </a:cubicBezTo>
                <a:lnTo>
                  <a:pt x="158750" y="0"/>
                </a:lnTo>
                <a:cubicBezTo>
                  <a:pt x="134223" y="0"/>
                  <a:pt x="114300" y="19923"/>
                  <a:pt x="114300" y="44450"/>
                </a:cubicBezTo>
                <a:close/>
                <a:moveTo>
                  <a:pt x="406400" y="241300"/>
                </a:moveTo>
                <a:lnTo>
                  <a:pt x="254000" y="241300"/>
                </a:lnTo>
                <a:lnTo>
                  <a:pt x="254000" y="254000"/>
                </a:lnTo>
                <a:cubicBezTo>
                  <a:pt x="254000" y="268049"/>
                  <a:pt x="242649" y="279400"/>
                  <a:pt x="228600" y="279400"/>
                </a:cubicBezTo>
                <a:lnTo>
                  <a:pt x="177800" y="279400"/>
                </a:lnTo>
                <a:cubicBezTo>
                  <a:pt x="163751" y="279400"/>
                  <a:pt x="152400" y="268049"/>
                  <a:pt x="152400" y="254000"/>
                </a:cubicBezTo>
                <a:lnTo>
                  <a:pt x="152400" y="241300"/>
                </a:lnTo>
                <a:lnTo>
                  <a:pt x="0" y="241300"/>
                </a:ln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55600" y="381000"/>
                </a:lnTo>
                <a:cubicBezTo>
                  <a:pt x="383619" y="381000"/>
                  <a:pt x="406400" y="358219"/>
                  <a:pt x="406400" y="330200"/>
                </a:cubicBezTo>
                <a:lnTo>
                  <a:pt x="406400" y="2413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8547100" y="33655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47100" y="38100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E-commerce and digital banking have transformed commerce with 24/7 global market access.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065000" y="2540000"/>
            <a:ext cx="3429000" cy="2921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8" name="Shape 16"/>
          <p:cNvSpPr/>
          <p:nvPr/>
        </p:nvSpPr>
        <p:spPr>
          <a:xfrm>
            <a:off x="12319000" y="279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9468" y="4048"/>
                </a:moveTo>
                <a:cubicBezTo>
                  <a:pt x="197802" y="-1349"/>
                  <a:pt x="208598" y="-1349"/>
                  <a:pt x="216932" y="4048"/>
                </a:cubicBezTo>
                <a:lnTo>
                  <a:pt x="394732" y="118348"/>
                </a:lnTo>
                <a:cubicBezTo>
                  <a:pt x="404178" y="124460"/>
                  <a:pt x="408543" y="136049"/>
                  <a:pt x="405368" y="146844"/>
                </a:cubicBezTo>
                <a:cubicBezTo>
                  <a:pt x="402193" y="157639"/>
                  <a:pt x="392271" y="165100"/>
                  <a:pt x="381000" y="165100"/>
                </a:cubicBezTo>
                <a:lnTo>
                  <a:pt x="355600" y="165100"/>
                </a:lnTo>
                <a:lnTo>
                  <a:pt x="355600" y="330200"/>
                </a:lnTo>
                <a:lnTo>
                  <a:pt x="396240" y="360680"/>
                </a:lnTo>
                <a:cubicBezTo>
                  <a:pt x="402669" y="365442"/>
                  <a:pt x="406400" y="372983"/>
                  <a:pt x="406400" y="381000"/>
                </a:cubicBezTo>
                <a:cubicBezTo>
                  <a:pt x="406400" y="395049"/>
                  <a:pt x="395049" y="406400"/>
                  <a:pt x="381000" y="406400"/>
                </a:cubicBezTo>
                <a:lnTo>
                  <a:pt x="25400" y="406400"/>
                </a:lnTo>
                <a:cubicBezTo>
                  <a:pt x="11351" y="406400"/>
                  <a:pt x="0" y="395049"/>
                  <a:pt x="0" y="381000"/>
                </a:cubicBezTo>
                <a:cubicBezTo>
                  <a:pt x="0" y="372983"/>
                  <a:pt x="3731" y="365442"/>
                  <a:pt x="10160" y="360680"/>
                </a:cubicBezTo>
                <a:lnTo>
                  <a:pt x="50800" y="330200"/>
                </a:lnTo>
                <a:lnTo>
                  <a:pt x="50800" y="330200"/>
                </a:lnTo>
                <a:lnTo>
                  <a:pt x="50800" y="165100"/>
                </a:lnTo>
                <a:lnTo>
                  <a:pt x="25400" y="165100"/>
                </a:lnTo>
                <a:cubicBezTo>
                  <a:pt x="14129" y="165100"/>
                  <a:pt x="4207" y="157639"/>
                  <a:pt x="1032" y="146844"/>
                </a:cubicBezTo>
                <a:cubicBezTo>
                  <a:pt x="-2143" y="136049"/>
                  <a:pt x="2223" y="124381"/>
                  <a:pt x="11668" y="118348"/>
                </a:cubicBezTo>
                <a:lnTo>
                  <a:pt x="189468" y="4048"/>
                </a:lnTo>
                <a:close/>
                <a:moveTo>
                  <a:pt x="266700" y="165100"/>
                </a:moveTo>
                <a:lnTo>
                  <a:pt x="266700" y="330200"/>
                </a:lnTo>
                <a:lnTo>
                  <a:pt x="317500" y="330200"/>
                </a:lnTo>
                <a:lnTo>
                  <a:pt x="317500" y="165100"/>
                </a:lnTo>
                <a:lnTo>
                  <a:pt x="266700" y="165100"/>
                </a:lnTo>
                <a:close/>
                <a:moveTo>
                  <a:pt x="177800" y="330200"/>
                </a:moveTo>
                <a:lnTo>
                  <a:pt x="228600" y="330200"/>
                </a:lnTo>
                <a:lnTo>
                  <a:pt x="228600" y="165100"/>
                </a:lnTo>
                <a:lnTo>
                  <a:pt x="177800" y="165100"/>
                </a:lnTo>
                <a:lnTo>
                  <a:pt x="177800" y="330200"/>
                </a:lnTo>
                <a:close/>
                <a:moveTo>
                  <a:pt x="88900" y="165100"/>
                </a:moveTo>
                <a:lnTo>
                  <a:pt x="88900" y="330200"/>
                </a:lnTo>
                <a:lnTo>
                  <a:pt x="139700" y="330200"/>
                </a:lnTo>
                <a:lnTo>
                  <a:pt x="139700" y="165100"/>
                </a:lnTo>
                <a:lnTo>
                  <a:pt x="88900" y="1651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12319000" y="3365500"/>
            <a:ext cx="292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19000" y="3810000"/>
            <a:ext cx="292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E-government services increase transparency, accessibility, and citizen engagement.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969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0960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transformation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no longer optional — it is a strategic imperative for organizations across all industries worldwide.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School Management Systems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87500"/>
            <a:ext cx="812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School management systems are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comprehensive software platforms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automate administrative tasks in educational institutions.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functions include student enrollment, attendance tracking, grade processing, timetable scheduling, and parent-teacher communication portals.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4381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4889500"/>
            <a:ext cx="812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records and enrollment management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attendance tracking and reporting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Grade processing and transcript generation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Timetable and resource scheduling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Parent-teacher communication portals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management integration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98000" y="1587500"/>
            <a:ext cx="6096000" cy="3175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8" name="Text 6"/>
          <p:cNvSpPr/>
          <p:nvPr/>
        </p:nvSpPr>
        <p:spPr>
          <a:xfrm>
            <a:off x="9779000" y="1841500"/>
            <a:ext cx="533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 Examples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79000" y="2349500"/>
            <a:ext cx="533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Moodle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Learning management platform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PowerSchool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Student information system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Blackboard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Course delivery and management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Classroom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Collaborative learning environment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398000" y="5080000"/>
            <a:ext cx="6096000" cy="1905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9779000" y="5270500"/>
            <a:ext cx="533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79000" y="5715000"/>
            <a:ext cx="533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efficiency, better data-driven decisions, enhanced collaboration, reduced paperwork, and increased data accuracy.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Booking Systems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Booking systems are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computerized reservation platforms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used across industries to manage appointments and allocations efficiently.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6" name="Shape 4"/>
          <p:cNvSpPr/>
          <p:nvPr/>
        </p:nvSpPr>
        <p:spPr>
          <a:xfrm>
            <a:off x="1050925" y="2921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464344" y="178594"/>
                </a:moveTo>
                <a:cubicBezTo>
                  <a:pt x="491936" y="178594"/>
                  <a:pt x="514350" y="201007"/>
                  <a:pt x="514350" y="228600"/>
                </a:cubicBezTo>
                <a:cubicBezTo>
                  <a:pt x="514350" y="256193"/>
                  <a:pt x="491936" y="278606"/>
                  <a:pt x="464344" y="278606"/>
                </a:cubicBezTo>
                <a:lnTo>
                  <a:pt x="350669" y="278606"/>
                </a:lnTo>
                <a:lnTo>
                  <a:pt x="208508" y="433626"/>
                </a:lnTo>
                <a:cubicBezTo>
                  <a:pt x="203061" y="439519"/>
                  <a:pt x="195471" y="442913"/>
                  <a:pt x="187434" y="442913"/>
                </a:cubicBezTo>
                <a:lnTo>
                  <a:pt x="148411" y="442913"/>
                </a:lnTo>
                <a:cubicBezTo>
                  <a:pt x="138678" y="442913"/>
                  <a:pt x="131802" y="433358"/>
                  <a:pt x="134838" y="424071"/>
                </a:cubicBezTo>
                <a:lnTo>
                  <a:pt x="183326" y="278606"/>
                </a:lnTo>
                <a:lnTo>
                  <a:pt x="94298" y="278606"/>
                </a:lnTo>
                <a:lnTo>
                  <a:pt x="47149" y="337542"/>
                </a:lnTo>
                <a:cubicBezTo>
                  <a:pt x="44470" y="340935"/>
                  <a:pt x="40362" y="342900"/>
                  <a:pt x="35987" y="342900"/>
                </a:cubicBezTo>
                <a:lnTo>
                  <a:pt x="18306" y="342900"/>
                </a:lnTo>
                <a:cubicBezTo>
                  <a:pt x="9019" y="342900"/>
                  <a:pt x="2232" y="334149"/>
                  <a:pt x="4465" y="325130"/>
                </a:cubicBezTo>
                <a:lnTo>
                  <a:pt x="28575" y="228600"/>
                </a:lnTo>
                <a:lnTo>
                  <a:pt x="4465" y="132070"/>
                </a:lnTo>
                <a:cubicBezTo>
                  <a:pt x="2143" y="123051"/>
                  <a:pt x="9019" y="114300"/>
                  <a:pt x="18306" y="114300"/>
                </a:cubicBezTo>
                <a:lnTo>
                  <a:pt x="35987" y="114300"/>
                </a:lnTo>
                <a:cubicBezTo>
                  <a:pt x="40362" y="114300"/>
                  <a:pt x="44470" y="116265"/>
                  <a:pt x="47149" y="119658"/>
                </a:cubicBezTo>
                <a:lnTo>
                  <a:pt x="94298" y="178594"/>
                </a:lnTo>
                <a:lnTo>
                  <a:pt x="183326" y="178594"/>
                </a:lnTo>
                <a:lnTo>
                  <a:pt x="134838" y="33129"/>
                </a:lnTo>
                <a:cubicBezTo>
                  <a:pt x="131802" y="23842"/>
                  <a:pt x="138678" y="14288"/>
                  <a:pt x="148411" y="14288"/>
                </a:cubicBezTo>
                <a:lnTo>
                  <a:pt x="187434" y="14288"/>
                </a:lnTo>
                <a:cubicBezTo>
                  <a:pt x="195471" y="14288"/>
                  <a:pt x="203061" y="17681"/>
                  <a:pt x="208508" y="23574"/>
                </a:cubicBezTo>
                <a:lnTo>
                  <a:pt x="350669" y="178594"/>
                </a:lnTo>
                <a:lnTo>
                  <a:pt x="464344" y="178594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778000" y="2730500"/>
            <a:ext cx="584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Travel &amp; Aviation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78000" y="31496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Airline reservation systems (Amadeus, Sabre) handle flight bookings globally with real-time seat availability.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2540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8699500" y="292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4288" y="21431"/>
                </a:moveTo>
                <a:cubicBezTo>
                  <a:pt x="14288" y="9555"/>
                  <a:pt x="23842" y="0"/>
                  <a:pt x="35719" y="0"/>
                </a:cubicBezTo>
                <a:lnTo>
                  <a:pt x="421481" y="0"/>
                </a:lnTo>
                <a:cubicBezTo>
                  <a:pt x="433358" y="0"/>
                  <a:pt x="442913" y="9555"/>
                  <a:pt x="442913" y="21431"/>
                </a:cubicBezTo>
                <a:cubicBezTo>
                  <a:pt x="442913" y="33308"/>
                  <a:pt x="433358" y="42863"/>
                  <a:pt x="421481" y="42863"/>
                </a:cubicBezTo>
                <a:lnTo>
                  <a:pt x="414338" y="42863"/>
                </a:lnTo>
                <a:lnTo>
                  <a:pt x="414338" y="414338"/>
                </a:lnTo>
                <a:lnTo>
                  <a:pt x="421481" y="414338"/>
                </a:lnTo>
                <a:cubicBezTo>
                  <a:pt x="433358" y="414338"/>
                  <a:pt x="442913" y="423892"/>
                  <a:pt x="442913" y="435769"/>
                </a:cubicBezTo>
                <a:cubicBezTo>
                  <a:pt x="442913" y="447645"/>
                  <a:pt x="433358" y="457200"/>
                  <a:pt x="421481" y="457200"/>
                </a:cubicBezTo>
                <a:lnTo>
                  <a:pt x="35719" y="457200"/>
                </a:lnTo>
                <a:cubicBezTo>
                  <a:pt x="23842" y="457200"/>
                  <a:pt x="14288" y="447645"/>
                  <a:pt x="14288" y="435769"/>
                </a:cubicBezTo>
                <a:cubicBezTo>
                  <a:pt x="14288" y="423892"/>
                  <a:pt x="23842" y="414338"/>
                  <a:pt x="35719" y="414338"/>
                </a:cubicBezTo>
                <a:lnTo>
                  <a:pt x="42863" y="414338"/>
                </a:lnTo>
                <a:lnTo>
                  <a:pt x="42863" y="42863"/>
                </a:lnTo>
                <a:lnTo>
                  <a:pt x="35719" y="42863"/>
                </a:lnTo>
                <a:cubicBezTo>
                  <a:pt x="23842" y="42863"/>
                  <a:pt x="14288" y="33308"/>
                  <a:pt x="14288" y="21431"/>
                </a:cubicBezTo>
                <a:close/>
                <a:moveTo>
                  <a:pt x="200025" y="100013"/>
                </a:moveTo>
                <a:lnTo>
                  <a:pt x="200025" y="128588"/>
                </a:lnTo>
                <a:cubicBezTo>
                  <a:pt x="200025" y="136446"/>
                  <a:pt x="206454" y="142875"/>
                  <a:pt x="214313" y="142875"/>
                </a:cubicBezTo>
                <a:lnTo>
                  <a:pt x="242888" y="142875"/>
                </a:lnTo>
                <a:cubicBezTo>
                  <a:pt x="250746" y="142875"/>
                  <a:pt x="257175" y="136446"/>
                  <a:pt x="257175" y="128588"/>
                </a:cubicBezTo>
                <a:lnTo>
                  <a:pt x="257175" y="100013"/>
                </a:lnTo>
                <a:cubicBezTo>
                  <a:pt x="257175" y="92154"/>
                  <a:pt x="250746" y="85725"/>
                  <a:pt x="242888" y="85725"/>
                </a:cubicBezTo>
                <a:lnTo>
                  <a:pt x="214313" y="85725"/>
                </a:lnTo>
                <a:cubicBezTo>
                  <a:pt x="206454" y="85725"/>
                  <a:pt x="200025" y="92154"/>
                  <a:pt x="200025" y="100013"/>
                </a:cubicBezTo>
                <a:close/>
                <a:moveTo>
                  <a:pt x="114300" y="85725"/>
                </a:moveTo>
                <a:cubicBezTo>
                  <a:pt x="106442" y="85725"/>
                  <a:pt x="100013" y="92154"/>
                  <a:pt x="100013" y="100013"/>
                </a:cubicBezTo>
                <a:lnTo>
                  <a:pt x="100013" y="128588"/>
                </a:lnTo>
                <a:cubicBezTo>
                  <a:pt x="100013" y="136446"/>
                  <a:pt x="106442" y="142875"/>
                  <a:pt x="114300" y="142875"/>
                </a:cubicBezTo>
                <a:lnTo>
                  <a:pt x="142875" y="142875"/>
                </a:lnTo>
                <a:cubicBezTo>
                  <a:pt x="150733" y="142875"/>
                  <a:pt x="157163" y="136446"/>
                  <a:pt x="157163" y="128588"/>
                </a:cubicBezTo>
                <a:lnTo>
                  <a:pt x="157163" y="100013"/>
                </a:lnTo>
                <a:cubicBezTo>
                  <a:pt x="157163" y="92154"/>
                  <a:pt x="150733" y="85725"/>
                  <a:pt x="142875" y="85725"/>
                </a:cubicBezTo>
                <a:lnTo>
                  <a:pt x="114300" y="85725"/>
                </a:lnTo>
                <a:close/>
                <a:moveTo>
                  <a:pt x="200025" y="185738"/>
                </a:moveTo>
                <a:lnTo>
                  <a:pt x="200025" y="214313"/>
                </a:lnTo>
                <a:cubicBezTo>
                  <a:pt x="200025" y="222171"/>
                  <a:pt x="206454" y="228600"/>
                  <a:pt x="214313" y="228600"/>
                </a:cubicBezTo>
                <a:lnTo>
                  <a:pt x="242888" y="228600"/>
                </a:lnTo>
                <a:cubicBezTo>
                  <a:pt x="250746" y="228600"/>
                  <a:pt x="257175" y="222171"/>
                  <a:pt x="257175" y="214313"/>
                </a:cubicBezTo>
                <a:lnTo>
                  <a:pt x="257175" y="185738"/>
                </a:lnTo>
                <a:cubicBezTo>
                  <a:pt x="257175" y="177879"/>
                  <a:pt x="250746" y="171450"/>
                  <a:pt x="242888" y="171450"/>
                </a:cubicBezTo>
                <a:lnTo>
                  <a:pt x="214313" y="171450"/>
                </a:lnTo>
                <a:cubicBezTo>
                  <a:pt x="206454" y="171450"/>
                  <a:pt x="200025" y="177879"/>
                  <a:pt x="200025" y="185738"/>
                </a:cubicBezTo>
                <a:close/>
                <a:moveTo>
                  <a:pt x="314325" y="85725"/>
                </a:moveTo>
                <a:cubicBezTo>
                  <a:pt x="306467" y="85725"/>
                  <a:pt x="300038" y="92154"/>
                  <a:pt x="300038" y="100013"/>
                </a:cubicBezTo>
                <a:lnTo>
                  <a:pt x="300038" y="128588"/>
                </a:lnTo>
                <a:cubicBezTo>
                  <a:pt x="300038" y="136446"/>
                  <a:pt x="306467" y="142875"/>
                  <a:pt x="314325" y="142875"/>
                </a:cubicBezTo>
                <a:lnTo>
                  <a:pt x="342900" y="142875"/>
                </a:lnTo>
                <a:cubicBezTo>
                  <a:pt x="350758" y="142875"/>
                  <a:pt x="357188" y="136446"/>
                  <a:pt x="357188" y="128588"/>
                </a:cubicBezTo>
                <a:lnTo>
                  <a:pt x="357188" y="100013"/>
                </a:lnTo>
                <a:cubicBezTo>
                  <a:pt x="357188" y="92154"/>
                  <a:pt x="350758" y="85725"/>
                  <a:pt x="342900" y="85725"/>
                </a:cubicBezTo>
                <a:lnTo>
                  <a:pt x="314325" y="85725"/>
                </a:lnTo>
                <a:close/>
                <a:moveTo>
                  <a:pt x="100013" y="185738"/>
                </a:moveTo>
                <a:lnTo>
                  <a:pt x="100013" y="214313"/>
                </a:lnTo>
                <a:cubicBezTo>
                  <a:pt x="100013" y="222171"/>
                  <a:pt x="106442" y="228600"/>
                  <a:pt x="114300" y="228600"/>
                </a:cubicBezTo>
                <a:lnTo>
                  <a:pt x="142875" y="228600"/>
                </a:lnTo>
                <a:cubicBezTo>
                  <a:pt x="150733" y="228600"/>
                  <a:pt x="157163" y="222171"/>
                  <a:pt x="157163" y="214313"/>
                </a:cubicBezTo>
                <a:lnTo>
                  <a:pt x="157163" y="185738"/>
                </a:lnTo>
                <a:cubicBezTo>
                  <a:pt x="157163" y="177879"/>
                  <a:pt x="150733" y="171450"/>
                  <a:pt x="142875" y="171450"/>
                </a:cubicBezTo>
                <a:lnTo>
                  <a:pt x="114300" y="171450"/>
                </a:lnTo>
                <a:cubicBezTo>
                  <a:pt x="106442" y="171450"/>
                  <a:pt x="100013" y="177879"/>
                  <a:pt x="100013" y="185738"/>
                </a:cubicBezTo>
                <a:close/>
                <a:moveTo>
                  <a:pt x="314325" y="171450"/>
                </a:moveTo>
                <a:cubicBezTo>
                  <a:pt x="306467" y="171450"/>
                  <a:pt x="300038" y="177879"/>
                  <a:pt x="300038" y="185738"/>
                </a:cubicBezTo>
                <a:lnTo>
                  <a:pt x="300038" y="214313"/>
                </a:lnTo>
                <a:cubicBezTo>
                  <a:pt x="300038" y="222171"/>
                  <a:pt x="306467" y="228600"/>
                  <a:pt x="314325" y="228600"/>
                </a:cubicBezTo>
                <a:lnTo>
                  <a:pt x="342900" y="228600"/>
                </a:lnTo>
                <a:cubicBezTo>
                  <a:pt x="350758" y="228600"/>
                  <a:pt x="357188" y="222171"/>
                  <a:pt x="357188" y="214313"/>
                </a:cubicBezTo>
                <a:lnTo>
                  <a:pt x="357188" y="185738"/>
                </a:lnTo>
                <a:cubicBezTo>
                  <a:pt x="357188" y="177879"/>
                  <a:pt x="350758" y="171450"/>
                  <a:pt x="342900" y="171450"/>
                </a:cubicBezTo>
                <a:lnTo>
                  <a:pt x="314325" y="171450"/>
                </a:lnTo>
                <a:close/>
                <a:moveTo>
                  <a:pt x="257175" y="342900"/>
                </a:moveTo>
                <a:lnTo>
                  <a:pt x="296287" y="342900"/>
                </a:lnTo>
                <a:cubicBezTo>
                  <a:pt x="305127" y="342900"/>
                  <a:pt x="311914" y="334863"/>
                  <a:pt x="308789" y="326648"/>
                </a:cubicBezTo>
                <a:cubicBezTo>
                  <a:pt x="296466" y="294412"/>
                  <a:pt x="265212" y="271463"/>
                  <a:pt x="228689" y="271463"/>
                </a:cubicBezTo>
                <a:cubicBezTo>
                  <a:pt x="192167" y="271463"/>
                  <a:pt x="160913" y="294412"/>
                  <a:pt x="148590" y="326648"/>
                </a:cubicBezTo>
                <a:cubicBezTo>
                  <a:pt x="145465" y="334863"/>
                  <a:pt x="152251" y="342900"/>
                  <a:pt x="161092" y="342900"/>
                </a:cubicBezTo>
                <a:lnTo>
                  <a:pt x="200204" y="342900"/>
                </a:lnTo>
                <a:lnTo>
                  <a:pt x="200204" y="414338"/>
                </a:lnTo>
                <a:lnTo>
                  <a:pt x="257354" y="414338"/>
                </a:lnTo>
                <a:lnTo>
                  <a:pt x="257354" y="3429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9398000" y="2730500"/>
            <a:ext cx="584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Hospitality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98000" y="31496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Hotel management systems (Opera, Cloudbeds) manage room inventory, guest services, and online reservations.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445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0925" y="4826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114300" y="57150"/>
                </a:moveTo>
                <a:cubicBezTo>
                  <a:pt x="114300" y="25628"/>
                  <a:pt x="139928" y="0"/>
                  <a:pt x="171450" y="0"/>
                </a:cubicBezTo>
                <a:lnTo>
                  <a:pt x="342900" y="0"/>
                </a:lnTo>
                <a:cubicBezTo>
                  <a:pt x="374422" y="0"/>
                  <a:pt x="400050" y="25628"/>
                  <a:pt x="400050" y="57150"/>
                </a:cubicBezTo>
                <a:lnTo>
                  <a:pt x="400050" y="114300"/>
                </a:lnTo>
                <a:lnTo>
                  <a:pt x="457200" y="114300"/>
                </a:lnTo>
                <a:cubicBezTo>
                  <a:pt x="488722" y="114300"/>
                  <a:pt x="514350" y="139928"/>
                  <a:pt x="514350" y="171450"/>
                </a:cubicBezTo>
                <a:lnTo>
                  <a:pt x="514350" y="400050"/>
                </a:lnTo>
                <a:cubicBezTo>
                  <a:pt x="514350" y="431572"/>
                  <a:pt x="488722" y="457200"/>
                  <a:pt x="45720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171450"/>
                </a:lnTo>
                <a:cubicBezTo>
                  <a:pt x="0" y="139928"/>
                  <a:pt x="25628" y="114300"/>
                  <a:pt x="57150" y="114300"/>
                </a:cubicBezTo>
                <a:lnTo>
                  <a:pt x="114300" y="114300"/>
                </a:lnTo>
                <a:lnTo>
                  <a:pt x="114300" y="57150"/>
                </a:lnTo>
                <a:close/>
                <a:moveTo>
                  <a:pt x="242888" y="314325"/>
                </a:moveTo>
                <a:cubicBezTo>
                  <a:pt x="227082" y="314325"/>
                  <a:pt x="214313" y="327094"/>
                  <a:pt x="214313" y="342900"/>
                </a:cubicBezTo>
                <a:lnTo>
                  <a:pt x="214313" y="414338"/>
                </a:lnTo>
                <a:lnTo>
                  <a:pt x="300038" y="414338"/>
                </a:lnTo>
                <a:lnTo>
                  <a:pt x="300038" y="342900"/>
                </a:lnTo>
                <a:cubicBezTo>
                  <a:pt x="300038" y="327094"/>
                  <a:pt x="287268" y="314325"/>
                  <a:pt x="271463" y="314325"/>
                </a:cubicBezTo>
                <a:lnTo>
                  <a:pt x="242888" y="314325"/>
                </a:lnTo>
                <a:close/>
                <a:moveTo>
                  <a:pt x="114300" y="328613"/>
                </a:moveTo>
                <a:lnTo>
                  <a:pt x="114300" y="300038"/>
                </a:lnTo>
                <a:cubicBezTo>
                  <a:pt x="114300" y="292179"/>
                  <a:pt x="107871" y="285750"/>
                  <a:pt x="100013" y="285750"/>
                </a:cubicBezTo>
                <a:lnTo>
                  <a:pt x="71438" y="285750"/>
                </a:lnTo>
                <a:cubicBezTo>
                  <a:pt x="63579" y="285750"/>
                  <a:pt x="57150" y="292179"/>
                  <a:pt x="57150" y="300038"/>
                </a:cubicBezTo>
                <a:lnTo>
                  <a:pt x="57150" y="328613"/>
                </a:lnTo>
                <a:cubicBezTo>
                  <a:pt x="57150" y="336471"/>
                  <a:pt x="63579" y="342900"/>
                  <a:pt x="71438" y="342900"/>
                </a:cubicBezTo>
                <a:lnTo>
                  <a:pt x="100013" y="342900"/>
                </a:lnTo>
                <a:cubicBezTo>
                  <a:pt x="107871" y="342900"/>
                  <a:pt x="114300" y="336471"/>
                  <a:pt x="114300" y="328613"/>
                </a:cubicBezTo>
                <a:close/>
                <a:moveTo>
                  <a:pt x="100013" y="228600"/>
                </a:moveTo>
                <a:cubicBezTo>
                  <a:pt x="107871" y="228600"/>
                  <a:pt x="114300" y="222171"/>
                  <a:pt x="114300" y="214313"/>
                </a:cubicBezTo>
                <a:lnTo>
                  <a:pt x="114300" y="185738"/>
                </a:lnTo>
                <a:cubicBezTo>
                  <a:pt x="114300" y="177879"/>
                  <a:pt x="107871" y="171450"/>
                  <a:pt x="100013" y="171450"/>
                </a:cubicBezTo>
                <a:lnTo>
                  <a:pt x="71438" y="171450"/>
                </a:lnTo>
                <a:cubicBezTo>
                  <a:pt x="63579" y="171450"/>
                  <a:pt x="57150" y="177879"/>
                  <a:pt x="57150" y="185738"/>
                </a:cubicBezTo>
                <a:lnTo>
                  <a:pt x="57150" y="214313"/>
                </a:lnTo>
                <a:cubicBezTo>
                  <a:pt x="57150" y="222171"/>
                  <a:pt x="63579" y="228600"/>
                  <a:pt x="71438" y="228600"/>
                </a:cubicBezTo>
                <a:lnTo>
                  <a:pt x="100013" y="228600"/>
                </a:lnTo>
                <a:close/>
                <a:moveTo>
                  <a:pt x="457200" y="328613"/>
                </a:moveTo>
                <a:lnTo>
                  <a:pt x="457200" y="300038"/>
                </a:lnTo>
                <a:cubicBezTo>
                  <a:pt x="457200" y="292179"/>
                  <a:pt x="450771" y="285750"/>
                  <a:pt x="442913" y="285750"/>
                </a:cubicBezTo>
                <a:lnTo>
                  <a:pt x="414338" y="285750"/>
                </a:lnTo>
                <a:cubicBezTo>
                  <a:pt x="406479" y="285750"/>
                  <a:pt x="400050" y="292179"/>
                  <a:pt x="400050" y="300038"/>
                </a:cubicBezTo>
                <a:lnTo>
                  <a:pt x="400050" y="328613"/>
                </a:lnTo>
                <a:cubicBezTo>
                  <a:pt x="400050" y="336471"/>
                  <a:pt x="406479" y="342900"/>
                  <a:pt x="414338" y="342900"/>
                </a:cubicBezTo>
                <a:lnTo>
                  <a:pt x="442913" y="342900"/>
                </a:lnTo>
                <a:cubicBezTo>
                  <a:pt x="450771" y="342900"/>
                  <a:pt x="457200" y="336471"/>
                  <a:pt x="457200" y="328613"/>
                </a:cubicBezTo>
                <a:close/>
                <a:moveTo>
                  <a:pt x="442913" y="228600"/>
                </a:moveTo>
                <a:cubicBezTo>
                  <a:pt x="450771" y="228600"/>
                  <a:pt x="457200" y="222171"/>
                  <a:pt x="457200" y="214313"/>
                </a:cubicBezTo>
                <a:lnTo>
                  <a:pt x="457200" y="185738"/>
                </a:lnTo>
                <a:cubicBezTo>
                  <a:pt x="457200" y="177879"/>
                  <a:pt x="450771" y="171450"/>
                  <a:pt x="442913" y="171450"/>
                </a:cubicBezTo>
                <a:lnTo>
                  <a:pt x="414338" y="171450"/>
                </a:lnTo>
                <a:cubicBezTo>
                  <a:pt x="406479" y="171450"/>
                  <a:pt x="400050" y="177879"/>
                  <a:pt x="400050" y="185738"/>
                </a:cubicBezTo>
                <a:lnTo>
                  <a:pt x="400050" y="214313"/>
                </a:lnTo>
                <a:cubicBezTo>
                  <a:pt x="400050" y="222171"/>
                  <a:pt x="406479" y="228600"/>
                  <a:pt x="414338" y="228600"/>
                </a:cubicBezTo>
                <a:lnTo>
                  <a:pt x="442913" y="228600"/>
                </a:lnTo>
                <a:close/>
                <a:moveTo>
                  <a:pt x="235744" y="92869"/>
                </a:moveTo>
                <a:lnTo>
                  <a:pt x="235744" y="121444"/>
                </a:lnTo>
                <a:lnTo>
                  <a:pt x="207169" y="121444"/>
                </a:lnTo>
                <a:cubicBezTo>
                  <a:pt x="199311" y="121444"/>
                  <a:pt x="192881" y="127873"/>
                  <a:pt x="192881" y="135731"/>
                </a:cubicBezTo>
                <a:lnTo>
                  <a:pt x="192881" y="150019"/>
                </a:lnTo>
                <a:cubicBezTo>
                  <a:pt x="192881" y="157877"/>
                  <a:pt x="199311" y="164306"/>
                  <a:pt x="207169" y="164306"/>
                </a:cubicBezTo>
                <a:lnTo>
                  <a:pt x="235744" y="164306"/>
                </a:lnTo>
                <a:lnTo>
                  <a:pt x="235744" y="192881"/>
                </a:lnTo>
                <a:cubicBezTo>
                  <a:pt x="235744" y="200739"/>
                  <a:pt x="242173" y="207169"/>
                  <a:pt x="250031" y="207169"/>
                </a:cubicBezTo>
                <a:lnTo>
                  <a:pt x="264319" y="207169"/>
                </a:lnTo>
                <a:cubicBezTo>
                  <a:pt x="272177" y="207169"/>
                  <a:pt x="278606" y="200739"/>
                  <a:pt x="278606" y="192881"/>
                </a:cubicBezTo>
                <a:lnTo>
                  <a:pt x="278606" y="164306"/>
                </a:lnTo>
                <a:lnTo>
                  <a:pt x="307181" y="164306"/>
                </a:lnTo>
                <a:cubicBezTo>
                  <a:pt x="315039" y="164306"/>
                  <a:pt x="321469" y="157877"/>
                  <a:pt x="321469" y="150019"/>
                </a:cubicBezTo>
                <a:lnTo>
                  <a:pt x="321469" y="135731"/>
                </a:lnTo>
                <a:cubicBezTo>
                  <a:pt x="321469" y="127873"/>
                  <a:pt x="315039" y="121444"/>
                  <a:pt x="307181" y="121444"/>
                </a:cubicBezTo>
                <a:lnTo>
                  <a:pt x="278606" y="121444"/>
                </a:lnTo>
                <a:lnTo>
                  <a:pt x="278606" y="92869"/>
                </a:lnTo>
                <a:cubicBezTo>
                  <a:pt x="278606" y="85011"/>
                  <a:pt x="272177" y="78581"/>
                  <a:pt x="264319" y="78581"/>
                </a:cubicBezTo>
                <a:lnTo>
                  <a:pt x="250031" y="78581"/>
                </a:lnTo>
                <a:cubicBezTo>
                  <a:pt x="242173" y="78581"/>
                  <a:pt x="235744" y="85011"/>
                  <a:pt x="235744" y="92869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1778000" y="4635500"/>
            <a:ext cx="584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78000" y="50546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 appointment systems reduce waiting times and optimize doctor schedules through automated booking.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4445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8" name="Shape 16"/>
          <p:cNvSpPr/>
          <p:nvPr/>
        </p:nvSpPr>
        <p:spPr>
          <a:xfrm>
            <a:off x="8670925" y="4826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7150" y="57150"/>
                </a:moveTo>
                <a:cubicBezTo>
                  <a:pt x="25628" y="57150"/>
                  <a:pt x="0" y="82778"/>
                  <a:pt x="0" y="114300"/>
                </a:cubicBezTo>
                <a:lnTo>
                  <a:pt x="0" y="171450"/>
                </a:lnTo>
                <a:cubicBezTo>
                  <a:pt x="0" y="179308"/>
                  <a:pt x="6608" y="185470"/>
                  <a:pt x="14020" y="188059"/>
                </a:cubicBezTo>
                <a:cubicBezTo>
                  <a:pt x="30807" y="193864"/>
                  <a:pt x="42863" y="209848"/>
                  <a:pt x="42863" y="228600"/>
                </a:cubicBezTo>
                <a:cubicBezTo>
                  <a:pt x="42863" y="247352"/>
                  <a:pt x="30807" y="263336"/>
                  <a:pt x="14020" y="269141"/>
                </a:cubicBezTo>
                <a:cubicBezTo>
                  <a:pt x="6608" y="271730"/>
                  <a:pt x="0" y="277892"/>
                  <a:pt x="0" y="285750"/>
                </a:cubicBezTo>
                <a:lnTo>
                  <a:pt x="0" y="342900"/>
                </a:lnTo>
                <a:cubicBezTo>
                  <a:pt x="0" y="374422"/>
                  <a:pt x="25628" y="400050"/>
                  <a:pt x="57150" y="400050"/>
                </a:cubicBezTo>
                <a:lnTo>
                  <a:pt x="457200" y="400050"/>
                </a:lnTo>
                <a:cubicBezTo>
                  <a:pt x="488722" y="400050"/>
                  <a:pt x="514350" y="374422"/>
                  <a:pt x="514350" y="342900"/>
                </a:cubicBezTo>
                <a:lnTo>
                  <a:pt x="514350" y="285750"/>
                </a:lnTo>
                <a:cubicBezTo>
                  <a:pt x="514350" y="277892"/>
                  <a:pt x="507742" y="271730"/>
                  <a:pt x="500330" y="269141"/>
                </a:cubicBezTo>
                <a:cubicBezTo>
                  <a:pt x="483543" y="263336"/>
                  <a:pt x="471488" y="247352"/>
                  <a:pt x="471488" y="228600"/>
                </a:cubicBezTo>
                <a:cubicBezTo>
                  <a:pt x="471488" y="209848"/>
                  <a:pt x="483543" y="193864"/>
                  <a:pt x="500330" y="188059"/>
                </a:cubicBezTo>
                <a:cubicBezTo>
                  <a:pt x="507742" y="185470"/>
                  <a:pt x="514350" y="179308"/>
                  <a:pt x="514350" y="171450"/>
                </a:cubicBezTo>
                <a:lnTo>
                  <a:pt x="514350" y="114300"/>
                </a:lnTo>
                <a:cubicBezTo>
                  <a:pt x="514350" y="82778"/>
                  <a:pt x="488722" y="57150"/>
                  <a:pt x="457200" y="57150"/>
                </a:cubicBezTo>
                <a:lnTo>
                  <a:pt x="57150" y="57150"/>
                </a:lnTo>
                <a:close/>
                <a:moveTo>
                  <a:pt x="371475" y="300038"/>
                </a:moveTo>
                <a:lnTo>
                  <a:pt x="371475" y="157163"/>
                </a:lnTo>
                <a:lnTo>
                  <a:pt x="142875" y="157163"/>
                </a:lnTo>
                <a:lnTo>
                  <a:pt x="142875" y="300038"/>
                </a:lnTo>
                <a:lnTo>
                  <a:pt x="371475" y="300038"/>
                </a:lnTo>
                <a:close/>
                <a:moveTo>
                  <a:pt x="100013" y="142875"/>
                </a:moveTo>
                <a:cubicBezTo>
                  <a:pt x="100013" y="127069"/>
                  <a:pt x="112782" y="114300"/>
                  <a:pt x="128588" y="114300"/>
                </a:cubicBezTo>
                <a:lnTo>
                  <a:pt x="385763" y="114300"/>
                </a:lnTo>
                <a:cubicBezTo>
                  <a:pt x="401568" y="114300"/>
                  <a:pt x="414338" y="127069"/>
                  <a:pt x="414338" y="142875"/>
                </a:cubicBezTo>
                <a:lnTo>
                  <a:pt x="414338" y="314325"/>
                </a:lnTo>
                <a:cubicBezTo>
                  <a:pt x="414338" y="330131"/>
                  <a:pt x="401568" y="342900"/>
                  <a:pt x="385763" y="342900"/>
                </a:cubicBezTo>
                <a:lnTo>
                  <a:pt x="128588" y="342900"/>
                </a:lnTo>
                <a:cubicBezTo>
                  <a:pt x="112782" y="342900"/>
                  <a:pt x="100013" y="330131"/>
                  <a:pt x="100013" y="314325"/>
                </a:cubicBezTo>
                <a:lnTo>
                  <a:pt x="100013" y="142875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9398000" y="4635500"/>
            <a:ext cx="584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Entertainment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98000" y="50546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Cinema and event ticketing platforms (Ticketmaster, Eventbrite) enable online reservations and digital ticketing.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64770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540500"/>
            <a:ext cx="139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features: real-time availability, automated confirmations, integrated payment processing, and mobile access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Banking Applications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Banking applications have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transformed financial services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through digital innovation, making banking more accessible, efficient, and secure.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4572000" cy="3556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279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2798" y="18038"/>
                </a:moveTo>
                <a:cubicBezTo>
                  <a:pt x="234047" y="13037"/>
                  <a:pt x="223242" y="13037"/>
                  <a:pt x="214402" y="18038"/>
                </a:cubicBezTo>
                <a:lnTo>
                  <a:pt x="14377" y="132338"/>
                </a:lnTo>
                <a:cubicBezTo>
                  <a:pt x="3125" y="138767"/>
                  <a:pt x="-2411" y="151983"/>
                  <a:pt x="893" y="164485"/>
                </a:cubicBezTo>
                <a:cubicBezTo>
                  <a:pt x="4197" y="176986"/>
                  <a:pt x="15627" y="185738"/>
                  <a:pt x="28575" y="185738"/>
                </a:cubicBezTo>
                <a:lnTo>
                  <a:pt x="57150" y="185738"/>
                </a:lnTo>
                <a:lnTo>
                  <a:pt x="57150" y="371475"/>
                </a:lnTo>
                <a:lnTo>
                  <a:pt x="57150" y="371475"/>
                </a:lnTo>
                <a:lnTo>
                  <a:pt x="11430" y="405765"/>
                </a:lnTo>
                <a:cubicBezTo>
                  <a:pt x="4197" y="411123"/>
                  <a:pt x="0" y="419606"/>
                  <a:pt x="0" y="428625"/>
                </a:cubicBezTo>
                <a:cubicBezTo>
                  <a:pt x="0" y="444431"/>
                  <a:pt x="12769" y="457200"/>
                  <a:pt x="28575" y="457200"/>
                </a:cubicBezTo>
                <a:lnTo>
                  <a:pt x="428625" y="457200"/>
                </a:lnTo>
                <a:cubicBezTo>
                  <a:pt x="444431" y="457200"/>
                  <a:pt x="457200" y="444431"/>
                  <a:pt x="457200" y="428625"/>
                </a:cubicBezTo>
                <a:cubicBezTo>
                  <a:pt x="457200" y="419606"/>
                  <a:pt x="453003" y="411123"/>
                  <a:pt x="445770" y="405765"/>
                </a:cubicBezTo>
                <a:lnTo>
                  <a:pt x="400050" y="371475"/>
                </a:lnTo>
                <a:lnTo>
                  <a:pt x="400050" y="185738"/>
                </a:lnTo>
                <a:lnTo>
                  <a:pt x="428625" y="185738"/>
                </a:lnTo>
                <a:cubicBezTo>
                  <a:pt x="441573" y="185738"/>
                  <a:pt x="452914" y="176986"/>
                  <a:pt x="456218" y="164485"/>
                </a:cubicBezTo>
                <a:cubicBezTo>
                  <a:pt x="459522" y="151983"/>
                  <a:pt x="453985" y="138767"/>
                  <a:pt x="442734" y="132338"/>
                </a:cubicBezTo>
                <a:lnTo>
                  <a:pt x="242709" y="18038"/>
                </a:lnTo>
                <a:close/>
                <a:moveTo>
                  <a:pt x="357188" y="185738"/>
                </a:moveTo>
                <a:lnTo>
                  <a:pt x="357188" y="371475"/>
                </a:lnTo>
                <a:lnTo>
                  <a:pt x="300038" y="371475"/>
                </a:lnTo>
                <a:lnTo>
                  <a:pt x="300038" y="185738"/>
                </a:lnTo>
                <a:lnTo>
                  <a:pt x="357188" y="185738"/>
                </a:lnTo>
                <a:close/>
                <a:moveTo>
                  <a:pt x="257175" y="185738"/>
                </a:moveTo>
                <a:lnTo>
                  <a:pt x="257175" y="371475"/>
                </a:lnTo>
                <a:lnTo>
                  <a:pt x="200025" y="371475"/>
                </a:lnTo>
                <a:lnTo>
                  <a:pt x="200025" y="185738"/>
                </a:lnTo>
                <a:lnTo>
                  <a:pt x="257175" y="185738"/>
                </a:lnTo>
                <a:close/>
                <a:moveTo>
                  <a:pt x="157163" y="185738"/>
                </a:moveTo>
                <a:lnTo>
                  <a:pt x="157163" y="371475"/>
                </a:lnTo>
                <a:lnTo>
                  <a:pt x="100013" y="371475"/>
                </a:lnTo>
                <a:lnTo>
                  <a:pt x="100013" y="185738"/>
                </a:lnTo>
                <a:lnTo>
                  <a:pt x="157163" y="185738"/>
                </a:lnTo>
                <a:close/>
                <a:moveTo>
                  <a:pt x="228600" y="85725"/>
                </a:moveTo>
                <a:cubicBezTo>
                  <a:pt x="244371" y="85725"/>
                  <a:pt x="257175" y="98529"/>
                  <a:pt x="257175" y="114300"/>
                </a:cubicBezTo>
                <a:cubicBezTo>
                  <a:pt x="257175" y="130071"/>
                  <a:pt x="244371" y="142875"/>
                  <a:pt x="228600" y="142875"/>
                </a:cubicBezTo>
                <a:cubicBezTo>
                  <a:pt x="212829" y="142875"/>
                  <a:pt x="200025" y="130071"/>
                  <a:pt x="200025" y="114300"/>
                </a:cubicBezTo>
                <a:cubicBezTo>
                  <a:pt x="200025" y="98529"/>
                  <a:pt x="212829" y="85725"/>
                  <a:pt x="228600" y="85725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34036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Banking Systems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835400"/>
            <a:ext cx="3937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 accounts, transactions, and loans centrally. Form the backbone of all banking operations.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Banking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Check balances, transfer funds, pay bills anytime.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42000" y="2540000"/>
            <a:ext cx="4572000" cy="3556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6159500" y="279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114300"/>
                </a:moveTo>
                <a:lnTo>
                  <a:pt x="0" y="142875"/>
                </a:lnTo>
                <a:lnTo>
                  <a:pt x="457200" y="142875"/>
                </a:lnTo>
                <a:lnTo>
                  <a:pt x="457200" y="114300"/>
                </a:lnTo>
                <a:cubicBezTo>
                  <a:pt x="457200" y="82778"/>
                  <a:pt x="431572" y="57150"/>
                  <a:pt x="400050" y="57150"/>
                </a:cubicBezTo>
                <a:lnTo>
                  <a:pt x="57150" y="57150"/>
                </a:lnTo>
                <a:cubicBezTo>
                  <a:pt x="25628" y="57150"/>
                  <a:pt x="0" y="82778"/>
                  <a:pt x="0" y="114300"/>
                </a:cubicBezTo>
                <a:close/>
                <a:moveTo>
                  <a:pt x="0" y="185738"/>
                </a:moveTo>
                <a:lnTo>
                  <a:pt x="0" y="342900"/>
                </a:lnTo>
                <a:cubicBezTo>
                  <a:pt x="0" y="374422"/>
                  <a:pt x="25628" y="400050"/>
                  <a:pt x="57150" y="400050"/>
                </a:cubicBezTo>
                <a:lnTo>
                  <a:pt x="400050" y="400050"/>
                </a:lnTo>
                <a:cubicBezTo>
                  <a:pt x="431572" y="400050"/>
                  <a:pt x="457200" y="374422"/>
                  <a:pt x="457200" y="342900"/>
                </a:cubicBezTo>
                <a:lnTo>
                  <a:pt x="457200" y="185738"/>
                </a:lnTo>
                <a:lnTo>
                  <a:pt x="0" y="185738"/>
                </a:lnTo>
                <a:close/>
                <a:moveTo>
                  <a:pt x="57150" y="321469"/>
                </a:moveTo>
                <a:cubicBezTo>
                  <a:pt x="57150" y="309592"/>
                  <a:pt x="66705" y="300038"/>
                  <a:pt x="78581" y="300038"/>
                </a:cubicBezTo>
                <a:lnTo>
                  <a:pt x="121444" y="300038"/>
                </a:lnTo>
                <a:cubicBezTo>
                  <a:pt x="133320" y="300038"/>
                  <a:pt x="142875" y="309592"/>
                  <a:pt x="142875" y="321469"/>
                </a:cubicBezTo>
                <a:cubicBezTo>
                  <a:pt x="142875" y="333345"/>
                  <a:pt x="133320" y="342900"/>
                  <a:pt x="121444" y="342900"/>
                </a:cubicBezTo>
                <a:lnTo>
                  <a:pt x="78581" y="342900"/>
                </a:lnTo>
                <a:cubicBezTo>
                  <a:pt x="66705" y="342900"/>
                  <a:pt x="57150" y="333345"/>
                  <a:pt x="57150" y="321469"/>
                </a:cubicBezTo>
                <a:close/>
                <a:moveTo>
                  <a:pt x="185738" y="321469"/>
                </a:moveTo>
                <a:cubicBezTo>
                  <a:pt x="185738" y="309592"/>
                  <a:pt x="195292" y="300038"/>
                  <a:pt x="207169" y="300038"/>
                </a:cubicBezTo>
                <a:lnTo>
                  <a:pt x="264319" y="300038"/>
                </a:lnTo>
                <a:cubicBezTo>
                  <a:pt x="276195" y="300038"/>
                  <a:pt x="285750" y="309592"/>
                  <a:pt x="285750" y="321469"/>
                </a:cubicBezTo>
                <a:cubicBezTo>
                  <a:pt x="285750" y="333345"/>
                  <a:pt x="276195" y="342900"/>
                  <a:pt x="264319" y="342900"/>
                </a:cubicBezTo>
                <a:lnTo>
                  <a:pt x="207169" y="342900"/>
                </a:lnTo>
                <a:cubicBezTo>
                  <a:pt x="195292" y="342900"/>
                  <a:pt x="185738" y="333345"/>
                  <a:pt x="185738" y="321469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6159500" y="34036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Payments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59500" y="3835400"/>
            <a:ext cx="3937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Contactless payments, peer-to-peer transfers, and digital wallets enable instant transactions.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Internet Banking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Comprehensive financial management tools online.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22000" y="2540000"/>
            <a:ext cx="4572000" cy="3556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39500" y="279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11239500" y="34036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&amp; Innovation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239500" y="3835400"/>
            <a:ext cx="3937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fraud detection monitors transactions in real-time to prevent suspicious activity.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ATM Networks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Global cash withdrawal and deposit services.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4770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6540500"/>
            <a:ext cx="139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Additional innovations: cryptocurrency exchanges, robo-advisors, and open banking APIs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Computers in Medicine — Information Systems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Healthcare Information Systems (HIS)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computerized platforms that manage patient data and clinical workflows efficiently.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6" name="Shape 4"/>
          <p:cNvSpPr/>
          <p:nvPr/>
        </p:nvSpPr>
        <p:spPr>
          <a:xfrm>
            <a:off x="1136650" y="2921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0" y="57150"/>
                </a:moveTo>
                <a:cubicBezTo>
                  <a:pt x="0" y="25628"/>
                  <a:pt x="25628" y="0"/>
                  <a:pt x="57150" y="0"/>
                </a:cubicBezTo>
                <a:lnTo>
                  <a:pt x="190649" y="0"/>
                </a:lnTo>
                <a:cubicBezTo>
                  <a:pt x="205829" y="0"/>
                  <a:pt x="220385" y="5983"/>
                  <a:pt x="231100" y="16699"/>
                </a:cubicBezTo>
                <a:lnTo>
                  <a:pt x="326201" y="111889"/>
                </a:lnTo>
                <a:cubicBezTo>
                  <a:pt x="336917" y="122605"/>
                  <a:pt x="342900" y="137160"/>
                  <a:pt x="342900" y="152340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57150"/>
                </a:lnTo>
                <a:close/>
                <a:moveTo>
                  <a:pt x="185738" y="52239"/>
                </a:moveTo>
                <a:lnTo>
                  <a:pt x="185738" y="135731"/>
                </a:lnTo>
                <a:cubicBezTo>
                  <a:pt x="185738" y="147608"/>
                  <a:pt x="195292" y="157163"/>
                  <a:pt x="207169" y="157163"/>
                </a:cubicBezTo>
                <a:lnTo>
                  <a:pt x="290661" y="157163"/>
                </a:lnTo>
                <a:lnTo>
                  <a:pt x="185738" y="52239"/>
                </a:lnTo>
                <a:close/>
                <a:moveTo>
                  <a:pt x="142875" y="250031"/>
                </a:moveTo>
                <a:lnTo>
                  <a:pt x="142875" y="285750"/>
                </a:lnTo>
                <a:lnTo>
                  <a:pt x="107156" y="285750"/>
                </a:lnTo>
                <a:cubicBezTo>
                  <a:pt x="99298" y="285750"/>
                  <a:pt x="92869" y="292179"/>
                  <a:pt x="92869" y="300038"/>
                </a:cubicBezTo>
                <a:lnTo>
                  <a:pt x="92869" y="328613"/>
                </a:lnTo>
                <a:cubicBezTo>
                  <a:pt x="92869" y="336471"/>
                  <a:pt x="99298" y="342900"/>
                  <a:pt x="107156" y="342900"/>
                </a:cubicBezTo>
                <a:lnTo>
                  <a:pt x="142875" y="342900"/>
                </a:lnTo>
                <a:lnTo>
                  <a:pt x="142875" y="378619"/>
                </a:lnTo>
                <a:cubicBezTo>
                  <a:pt x="142875" y="386477"/>
                  <a:pt x="149304" y="392906"/>
                  <a:pt x="157163" y="392906"/>
                </a:cubicBezTo>
                <a:lnTo>
                  <a:pt x="185738" y="392906"/>
                </a:lnTo>
                <a:cubicBezTo>
                  <a:pt x="193596" y="392906"/>
                  <a:pt x="200025" y="386477"/>
                  <a:pt x="200025" y="378619"/>
                </a:cubicBezTo>
                <a:lnTo>
                  <a:pt x="200025" y="342900"/>
                </a:lnTo>
                <a:lnTo>
                  <a:pt x="235744" y="342900"/>
                </a:lnTo>
                <a:cubicBezTo>
                  <a:pt x="243602" y="342900"/>
                  <a:pt x="250031" y="336471"/>
                  <a:pt x="250031" y="328613"/>
                </a:cubicBezTo>
                <a:lnTo>
                  <a:pt x="250031" y="300038"/>
                </a:lnTo>
                <a:cubicBezTo>
                  <a:pt x="250031" y="292179"/>
                  <a:pt x="243602" y="285750"/>
                  <a:pt x="235744" y="285750"/>
                </a:cubicBezTo>
                <a:lnTo>
                  <a:pt x="200025" y="285750"/>
                </a:lnTo>
                <a:lnTo>
                  <a:pt x="200025" y="250031"/>
                </a:lnTo>
                <a:cubicBezTo>
                  <a:pt x="200025" y="242173"/>
                  <a:pt x="193596" y="235744"/>
                  <a:pt x="185738" y="235744"/>
                </a:cubicBezTo>
                <a:lnTo>
                  <a:pt x="157163" y="235744"/>
                </a:lnTo>
                <a:cubicBezTo>
                  <a:pt x="149304" y="235744"/>
                  <a:pt x="142875" y="242173"/>
                  <a:pt x="142875" y="250031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778000" y="2730500"/>
            <a:ext cx="584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Electronic Health Records (EHR)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78000" y="31496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 comprehensive patient histories accessible across healthcare providers for coordinated care.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2540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8699500" y="292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57150"/>
                </a:moveTo>
                <a:cubicBezTo>
                  <a:pt x="0" y="41344"/>
                  <a:pt x="12769" y="28575"/>
                  <a:pt x="28575" y="28575"/>
                </a:cubicBezTo>
                <a:lnTo>
                  <a:pt x="428625" y="28575"/>
                </a:lnTo>
                <a:cubicBezTo>
                  <a:pt x="444431" y="28575"/>
                  <a:pt x="457200" y="41344"/>
                  <a:pt x="457200" y="57150"/>
                </a:cubicBezTo>
                <a:cubicBezTo>
                  <a:pt x="457200" y="72956"/>
                  <a:pt x="444431" y="85725"/>
                  <a:pt x="428625" y="85725"/>
                </a:cubicBezTo>
                <a:lnTo>
                  <a:pt x="428625" y="371475"/>
                </a:lnTo>
                <a:cubicBezTo>
                  <a:pt x="444431" y="371475"/>
                  <a:pt x="457200" y="384244"/>
                  <a:pt x="457200" y="400050"/>
                </a:cubicBezTo>
                <a:cubicBezTo>
                  <a:pt x="457200" y="415856"/>
                  <a:pt x="444431" y="428625"/>
                  <a:pt x="42862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cubicBezTo>
                  <a:pt x="0" y="384244"/>
                  <a:pt x="12769" y="371475"/>
                  <a:pt x="28575" y="371475"/>
                </a:cubicBezTo>
                <a:lnTo>
                  <a:pt x="28575" y="85725"/>
                </a:lnTo>
                <a:cubicBezTo>
                  <a:pt x="12769" y="85725"/>
                  <a:pt x="0" y="72956"/>
                  <a:pt x="0" y="57150"/>
                </a:cubicBezTo>
                <a:close/>
                <a:moveTo>
                  <a:pt x="250031" y="107156"/>
                </a:moveTo>
                <a:cubicBezTo>
                  <a:pt x="250031" y="95280"/>
                  <a:pt x="240476" y="85725"/>
                  <a:pt x="228600" y="85725"/>
                </a:cubicBezTo>
                <a:cubicBezTo>
                  <a:pt x="216724" y="85725"/>
                  <a:pt x="207169" y="95280"/>
                  <a:pt x="207169" y="107156"/>
                </a:cubicBezTo>
                <a:lnTo>
                  <a:pt x="207169" y="121444"/>
                </a:lnTo>
                <a:lnTo>
                  <a:pt x="150019" y="121444"/>
                </a:lnTo>
                <a:cubicBezTo>
                  <a:pt x="138142" y="121444"/>
                  <a:pt x="128588" y="130999"/>
                  <a:pt x="128588" y="142875"/>
                </a:cubicBezTo>
                <a:cubicBezTo>
                  <a:pt x="128588" y="154751"/>
                  <a:pt x="138142" y="164306"/>
                  <a:pt x="150019" y="164306"/>
                </a:cubicBezTo>
                <a:lnTo>
                  <a:pt x="207169" y="164306"/>
                </a:lnTo>
                <a:lnTo>
                  <a:pt x="207169" y="207169"/>
                </a:lnTo>
                <a:lnTo>
                  <a:pt x="135731" y="207169"/>
                </a:lnTo>
                <a:cubicBezTo>
                  <a:pt x="123855" y="207169"/>
                  <a:pt x="114300" y="216724"/>
                  <a:pt x="114300" y="228600"/>
                </a:cubicBezTo>
                <a:cubicBezTo>
                  <a:pt x="114300" y="240476"/>
                  <a:pt x="123855" y="250031"/>
                  <a:pt x="135731" y="250031"/>
                </a:cubicBezTo>
                <a:lnTo>
                  <a:pt x="207169" y="250031"/>
                </a:lnTo>
                <a:lnTo>
                  <a:pt x="207169" y="292894"/>
                </a:lnTo>
                <a:lnTo>
                  <a:pt x="150019" y="292894"/>
                </a:lnTo>
                <a:cubicBezTo>
                  <a:pt x="138142" y="292894"/>
                  <a:pt x="128588" y="302449"/>
                  <a:pt x="128588" y="314325"/>
                </a:cubicBezTo>
                <a:cubicBezTo>
                  <a:pt x="128588" y="326201"/>
                  <a:pt x="138142" y="335756"/>
                  <a:pt x="150019" y="335756"/>
                </a:cubicBezTo>
                <a:lnTo>
                  <a:pt x="207169" y="335756"/>
                </a:lnTo>
                <a:lnTo>
                  <a:pt x="207169" y="350044"/>
                </a:lnTo>
                <a:cubicBezTo>
                  <a:pt x="207169" y="361920"/>
                  <a:pt x="216724" y="371475"/>
                  <a:pt x="228600" y="371475"/>
                </a:cubicBezTo>
                <a:cubicBezTo>
                  <a:pt x="240476" y="371475"/>
                  <a:pt x="250031" y="361920"/>
                  <a:pt x="250031" y="350044"/>
                </a:cubicBezTo>
                <a:lnTo>
                  <a:pt x="250031" y="335756"/>
                </a:lnTo>
                <a:lnTo>
                  <a:pt x="307181" y="335756"/>
                </a:lnTo>
                <a:cubicBezTo>
                  <a:pt x="319058" y="335756"/>
                  <a:pt x="328613" y="326201"/>
                  <a:pt x="328613" y="314325"/>
                </a:cubicBezTo>
                <a:cubicBezTo>
                  <a:pt x="328613" y="302449"/>
                  <a:pt x="319058" y="292894"/>
                  <a:pt x="307181" y="292894"/>
                </a:cubicBezTo>
                <a:lnTo>
                  <a:pt x="250031" y="292894"/>
                </a:lnTo>
                <a:lnTo>
                  <a:pt x="250031" y="250031"/>
                </a:lnTo>
                <a:lnTo>
                  <a:pt x="321469" y="250031"/>
                </a:lnTo>
                <a:cubicBezTo>
                  <a:pt x="333345" y="250031"/>
                  <a:pt x="342900" y="240476"/>
                  <a:pt x="342900" y="228600"/>
                </a:cubicBezTo>
                <a:cubicBezTo>
                  <a:pt x="342900" y="216724"/>
                  <a:pt x="333345" y="207169"/>
                  <a:pt x="321469" y="207169"/>
                </a:cubicBezTo>
                <a:lnTo>
                  <a:pt x="250031" y="207169"/>
                </a:lnTo>
                <a:lnTo>
                  <a:pt x="250031" y="164306"/>
                </a:lnTo>
                <a:lnTo>
                  <a:pt x="307181" y="164306"/>
                </a:lnTo>
                <a:cubicBezTo>
                  <a:pt x="319058" y="164306"/>
                  <a:pt x="328613" y="154751"/>
                  <a:pt x="328613" y="142875"/>
                </a:cubicBezTo>
                <a:cubicBezTo>
                  <a:pt x="328613" y="130999"/>
                  <a:pt x="319058" y="121444"/>
                  <a:pt x="307181" y="121444"/>
                </a:cubicBezTo>
                <a:lnTo>
                  <a:pt x="250031" y="121444"/>
                </a:lnTo>
                <a:lnTo>
                  <a:pt x="250031" y="107156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9398000" y="2730500"/>
            <a:ext cx="584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Picture Archiving Systems (PACS)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98000" y="31496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 medical imaging data including X-rays, MRIs, and CT scans with digital storage and retrieval.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445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8075" y="4826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57175" y="0"/>
                </a:moveTo>
                <a:lnTo>
                  <a:pt x="114300" y="0"/>
                </a:lnTo>
                <a:cubicBezTo>
                  <a:pt x="98494" y="0"/>
                  <a:pt x="85725" y="12769"/>
                  <a:pt x="85725" y="28575"/>
                </a:cubicBezTo>
                <a:cubicBezTo>
                  <a:pt x="85725" y="44381"/>
                  <a:pt x="98494" y="57150"/>
                  <a:pt x="114300" y="57150"/>
                </a:cubicBezTo>
                <a:lnTo>
                  <a:pt x="114300" y="192435"/>
                </a:lnTo>
                <a:lnTo>
                  <a:pt x="6697" y="380673"/>
                </a:lnTo>
                <a:cubicBezTo>
                  <a:pt x="2322" y="388441"/>
                  <a:pt x="0" y="397103"/>
                  <a:pt x="0" y="406033"/>
                </a:cubicBezTo>
                <a:cubicBezTo>
                  <a:pt x="0" y="434340"/>
                  <a:pt x="22860" y="457200"/>
                  <a:pt x="51167" y="457200"/>
                </a:cubicBezTo>
                <a:lnTo>
                  <a:pt x="348883" y="457200"/>
                </a:lnTo>
                <a:cubicBezTo>
                  <a:pt x="377101" y="457200"/>
                  <a:pt x="400050" y="434340"/>
                  <a:pt x="400050" y="406033"/>
                </a:cubicBezTo>
                <a:cubicBezTo>
                  <a:pt x="400050" y="397103"/>
                  <a:pt x="397728" y="388352"/>
                  <a:pt x="393353" y="380673"/>
                </a:cubicBezTo>
                <a:lnTo>
                  <a:pt x="285750" y="192435"/>
                </a:lnTo>
                <a:lnTo>
                  <a:pt x="285750" y="57150"/>
                </a:lnTo>
                <a:cubicBezTo>
                  <a:pt x="301556" y="57150"/>
                  <a:pt x="314325" y="44381"/>
                  <a:pt x="314325" y="28575"/>
                </a:cubicBezTo>
                <a:cubicBezTo>
                  <a:pt x="314325" y="12769"/>
                  <a:pt x="301556" y="0"/>
                  <a:pt x="285750" y="0"/>
                </a:cubicBezTo>
                <a:lnTo>
                  <a:pt x="257175" y="0"/>
                </a:lnTo>
                <a:close/>
                <a:moveTo>
                  <a:pt x="171450" y="192435"/>
                </a:moveTo>
                <a:lnTo>
                  <a:pt x="171450" y="57150"/>
                </a:lnTo>
                <a:lnTo>
                  <a:pt x="228600" y="57150"/>
                </a:lnTo>
                <a:lnTo>
                  <a:pt x="228600" y="192435"/>
                </a:lnTo>
                <a:cubicBezTo>
                  <a:pt x="228600" y="202347"/>
                  <a:pt x="231190" y="212169"/>
                  <a:pt x="236101" y="220831"/>
                </a:cubicBezTo>
                <a:lnTo>
                  <a:pt x="273248" y="285750"/>
                </a:lnTo>
                <a:lnTo>
                  <a:pt x="126802" y="285750"/>
                </a:lnTo>
                <a:lnTo>
                  <a:pt x="163949" y="220831"/>
                </a:lnTo>
                <a:cubicBezTo>
                  <a:pt x="168860" y="212169"/>
                  <a:pt x="171450" y="202436"/>
                  <a:pt x="171450" y="192435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1778000" y="4635500"/>
            <a:ext cx="584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Laboratory Information Systems (LIS)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78000" y="50546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 test ordering and result reporting, reducing errors and speeding up diagnostic workflows.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4445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8" name="Shape 16"/>
          <p:cNvSpPr/>
          <p:nvPr/>
        </p:nvSpPr>
        <p:spPr>
          <a:xfrm>
            <a:off x="8670925" y="4826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8575" y="42863"/>
                </a:moveTo>
                <a:cubicBezTo>
                  <a:pt x="28575" y="19199"/>
                  <a:pt x="47774" y="0"/>
                  <a:pt x="71438" y="0"/>
                </a:cubicBezTo>
                <a:lnTo>
                  <a:pt x="114300" y="0"/>
                </a:lnTo>
                <a:cubicBezTo>
                  <a:pt x="130106" y="0"/>
                  <a:pt x="142875" y="12769"/>
                  <a:pt x="142875" y="28575"/>
                </a:cubicBezTo>
                <a:cubicBezTo>
                  <a:pt x="142875" y="44381"/>
                  <a:pt x="130106" y="57150"/>
                  <a:pt x="114300" y="57150"/>
                </a:cubicBezTo>
                <a:lnTo>
                  <a:pt x="85725" y="57150"/>
                </a:lnTo>
                <a:lnTo>
                  <a:pt x="85725" y="171450"/>
                </a:lnTo>
                <a:cubicBezTo>
                  <a:pt x="85725" y="218777"/>
                  <a:pt x="124123" y="257175"/>
                  <a:pt x="171450" y="257175"/>
                </a:cubicBezTo>
                <a:cubicBezTo>
                  <a:pt x="218777" y="257175"/>
                  <a:pt x="257175" y="218777"/>
                  <a:pt x="257175" y="171450"/>
                </a:cubicBezTo>
                <a:lnTo>
                  <a:pt x="257175" y="57150"/>
                </a:lnTo>
                <a:lnTo>
                  <a:pt x="228600" y="57150"/>
                </a:lnTo>
                <a:cubicBezTo>
                  <a:pt x="212794" y="57150"/>
                  <a:pt x="200025" y="44381"/>
                  <a:pt x="200025" y="28575"/>
                </a:cubicBezTo>
                <a:cubicBezTo>
                  <a:pt x="200025" y="12769"/>
                  <a:pt x="212794" y="0"/>
                  <a:pt x="228600" y="0"/>
                </a:cubicBezTo>
                <a:lnTo>
                  <a:pt x="271463" y="0"/>
                </a:lnTo>
                <a:cubicBezTo>
                  <a:pt x="295126" y="0"/>
                  <a:pt x="314325" y="19199"/>
                  <a:pt x="314325" y="42863"/>
                </a:cubicBezTo>
                <a:lnTo>
                  <a:pt x="314325" y="171450"/>
                </a:lnTo>
                <a:cubicBezTo>
                  <a:pt x="314325" y="240566"/>
                  <a:pt x="265212" y="298252"/>
                  <a:pt x="200025" y="311468"/>
                </a:cubicBezTo>
                <a:lnTo>
                  <a:pt x="200025" y="328613"/>
                </a:lnTo>
                <a:cubicBezTo>
                  <a:pt x="200025" y="383887"/>
                  <a:pt x="244763" y="428625"/>
                  <a:pt x="300038" y="428625"/>
                </a:cubicBezTo>
                <a:cubicBezTo>
                  <a:pt x="355312" y="428625"/>
                  <a:pt x="400050" y="383887"/>
                  <a:pt x="400050" y="328613"/>
                </a:cubicBezTo>
                <a:lnTo>
                  <a:pt x="400050" y="252264"/>
                </a:lnTo>
                <a:cubicBezTo>
                  <a:pt x="366742" y="240476"/>
                  <a:pt x="342900" y="208776"/>
                  <a:pt x="342900" y="171450"/>
                </a:cubicBezTo>
                <a:cubicBezTo>
                  <a:pt x="342900" y="124123"/>
                  <a:pt x="381298" y="85725"/>
                  <a:pt x="428625" y="85725"/>
                </a:cubicBezTo>
                <a:cubicBezTo>
                  <a:pt x="475952" y="85725"/>
                  <a:pt x="514350" y="124123"/>
                  <a:pt x="514350" y="171450"/>
                </a:cubicBezTo>
                <a:cubicBezTo>
                  <a:pt x="514350" y="208776"/>
                  <a:pt x="490508" y="240566"/>
                  <a:pt x="457200" y="252264"/>
                </a:cubicBezTo>
                <a:lnTo>
                  <a:pt x="457200" y="328613"/>
                </a:lnTo>
                <a:cubicBezTo>
                  <a:pt x="457200" y="415409"/>
                  <a:pt x="386834" y="485775"/>
                  <a:pt x="300038" y="485775"/>
                </a:cubicBezTo>
                <a:cubicBezTo>
                  <a:pt x="213241" y="485775"/>
                  <a:pt x="142875" y="415409"/>
                  <a:pt x="142875" y="328613"/>
                </a:cubicBezTo>
                <a:lnTo>
                  <a:pt x="142875" y="311468"/>
                </a:lnTo>
                <a:cubicBezTo>
                  <a:pt x="77688" y="298252"/>
                  <a:pt x="28575" y="240566"/>
                  <a:pt x="28575" y="171450"/>
                </a:cubicBezTo>
                <a:lnTo>
                  <a:pt x="28575" y="42863"/>
                </a:lnTo>
                <a:close/>
                <a:moveTo>
                  <a:pt x="428625" y="200025"/>
                </a:moveTo>
                <a:cubicBezTo>
                  <a:pt x="444396" y="200025"/>
                  <a:pt x="457200" y="187221"/>
                  <a:pt x="457200" y="171450"/>
                </a:cubicBezTo>
                <a:cubicBezTo>
                  <a:pt x="457200" y="155679"/>
                  <a:pt x="444396" y="142875"/>
                  <a:pt x="428625" y="142875"/>
                </a:cubicBezTo>
                <a:cubicBezTo>
                  <a:pt x="412854" y="142875"/>
                  <a:pt x="400050" y="155679"/>
                  <a:pt x="400050" y="171450"/>
                </a:cubicBezTo>
                <a:cubicBezTo>
                  <a:pt x="400050" y="187221"/>
                  <a:pt x="412854" y="200025"/>
                  <a:pt x="428625" y="200025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9398000" y="4635500"/>
            <a:ext cx="584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Decision Support (CDSS)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98000" y="50546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Assist doctors in diagnosis and treatment planning with evidence-based recommendations and alerts.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64770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540500"/>
            <a:ext cx="139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systems improve patient safety, reduce medical errors, and enable evidence-based care delivery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Computers in Medicine — 3D Printing</a:t>
            </a:r>
            <a:endParaRPr lang="en-US" sz="2800" dirty="0"/>
          </a:p>
        </p:txBody>
      </p:sp>
      <p:pic>
        <p:nvPicPr>
          <p:cNvPr id="4" name="Image 0" descr="https://kimi-img.moonshot.cn/pub/slides/okc/5tvlgpsu6ygnm/mnt/agents/output/ict-week1/images/8_From_Scans_to_Solutions_3D_Printed.png">    </p:cNvPr>
          <p:cNvPicPr>
            <a:picLocks noChangeAspect="1"/>
          </p:cNvPicPr>
          <p:nvPr/>
        </p:nvPicPr>
        <p:blipFill>
          <a:blip r:embed="rId1"/>
          <a:srcRect l="0" r="0" t="1603" b="1603"/>
          <a:stretch/>
        </p:blipFill>
        <p:spPr>
          <a:xfrm>
            <a:off x="762000" y="1587500"/>
            <a:ext cx="6096000" cy="39370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Text 2"/>
          <p:cNvSpPr/>
          <p:nvPr/>
        </p:nvSpPr>
        <p:spPr>
          <a:xfrm>
            <a:off x="762000" y="5651500"/>
            <a:ext cx="609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3D printed medical models and prosthetics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66000" y="1587500"/>
            <a:ext cx="812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3D printing in medicine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represents a revolutionary application of computer-aided manufacturing, enabling personalized healthcare solutions.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66000" y="285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Applications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66000" y="3365500"/>
            <a:ext cx="8128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prosthetics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tailored to individual patients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Surgical planning models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CT/MRI scans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Bioprinting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tissues using living cells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Dental implants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manufactured with precision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Anatomical models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medical education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66000" y="6096000"/>
            <a:ext cx="8128000" cy="1016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0" name="Text 7"/>
          <p:cNvSpPr/>
          <p:nvPr/>
        </p:nvSpPr>
        <p:spPr>
          <a:xfrm>
            <a:off x="7747000" y="6223000"/>
            <a:ext cx="736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global medical 3D printing market is projected to reach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$6.08 billion by 2027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reducing costs and improving surgical outcomes.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Expert Systems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Expert systems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AI-based computer programs that simulate human expert decision-making using stored knowledge and logical rules.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47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Components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984500"/>
            <a:ext cx="4572000" cy="1651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7" name="Shape 5"/>
          <p:cNvSpPr/>
          <p:nvPr/>
        </p:nvSpPr>
        <p:spPr>
          <a:xfrm>
            <a:off x="1104900" y="3238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3200400"/>
            <a:ext cx="342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Base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6830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Stores facts, rules, and domain expertise used for reasoning.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2984500"/>
            <a:ext cx="4572000" cy="1651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1" name="Shape 9"/>
          <p:cNvSpPr/>
          <p:nvPr/>
        </p:nvSpPr>
        <p:spPr>
          <a:xfrm>
            <a:off x="6108700" y="32385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330121" y="167084"/>
                </a:moveTo>
                <a:cubicBezTo>
                  <a:pt x="339804" y="164465"/>
                  <a:pt x="349964" y="169069"/>
                  <a:pt x="354330" y="178038"/>
                </a:cubicBezTo>
                <a:lnTo>
                  <a:pt x="369094" y="207883"/>
                </a:lnTo>
                <a:cubicBezTo>
                  <a:pt x="377269" y="208994"/>
                  <a:pt x="385286" y="211217"/>
                  <a:pt x="392827" y="214313"/>
                </a:cubicBezTo>
                <a:lnTo>
                  <a:pt x="420608" y="195818"/>
                </a:lnTo>
                <a:cubicBezTo>
                  <a:pt x="428943" y="190262"/>
                  <a:pt x="439976" y="191373"/>
                  <a:pt x="447040" y="198438"/>
                </a:cubicBezTo>
                <a:lnTo>
                  <a:pt x="462280" y="213678"/>
                </a:lnTo>
                <a:cubicBezTo>
                  <a:pt x="469344" y="220742"/>
                  <a:pt x="470456" y="231854"/>
                  <a:pt x="464899" y="240109"/>
                </a:cubicBezTo>
                <a:lnTo>
                  <a:pt x="446405" y="267811"/>
                </a:lnTo>
                <a:cubicBezTo>
                  <a:pt x="447913" y="271542"/>
                  <a:pt x="449263" y="275431"/>
                  <a:pt x="450374" y="279479"/>
                </a:cubicBezTo>
                <a:cubicBezTo>
                  <a:pt x="451485" y="283528"/>
                  <a:pt x="452199" y="287496"/>
                  <a:pt x="452755" y="291544"/>
                </a:cubicBezTo>
                <a:lnTo>
                  <a:pt x="482679" y="306308"/>
                </a:lnTo>
                <a:cubicBezTo>
                  <a:pt x="491649" y="310753"/>
                  <a:pt x="496253" y="320913"/>
                  <a:pt x="493633" y="330518"/>
                </a:cubicBezTo>
                <a:lnTo>
                  <a:pt x="488077" y="351314"/>
                </a:lnTo>
                <a:cubicBezTo>
                  <a:pt x="485458" y="360918"/>
                  <a:pt x="476488" y="367427"/>
                  <a:pt x="466487" y="366792"/>
                </a:cubicBezTo>
                <a:lnTo>
                  <a:pt x="433149" y="364649"/>
                </a:lnTo>
                <a:cubicBezTo>
                  <a:pt x="428149" y="371078"/>
                  <a:pt x="422354" y="377031"/>
                  <a:pt x="415766" y="382111"/>
                </a:cubicBezTo>
                <a:lnTo>
                  <a:pt x="417909" y="415369"/>
                </a:lnTo>
                <a:cubicBezTo>
                  <a:pt x="418544" y="425371"/>
                  <a:pt x="412036" y="434419"/>
                  <a:pt x="402431" y="436959"/>
                </a:cubicBezTo>
                <a:lnTo>
                  <a:pt x="381635" y="442516"/>
                </a:lnTo>
                <a:cubicBezTo>
                  <a:pt x="371951" y="445135"/>
                  <a:pt x="361871" y="440531"/>
                  <a:pt x="357426" y="431562"/>
                </a:cubicBezTo>
                <a:lnTo>
                  <a:pt x="342662" y="401717"/>
                </a:lnTo>
                <a:cubicBezTo>
                  <a:pt x="334486" y="400606"/>
                  <a:pt x="326469" y="398383"/>
                  <a:pt x="318929" y="395288"/>
                </a:cubicBezTo>
                <a:lnTo>
                  <a:pt x="291148" y="413782"/>
                </a:lnTo>
                <a:cubicBezTo>
                  <a:pt x="282813" y="419338"/>
                  <a:pt x="271780" y="418227"/>
                  <a:pt x="264716" y="411163"/>
                </a:cubicBezTo>
                <a:lnTo>
                  <a:pt x="249476" y="395923"/>
                </a:lnTo>
                <a:cubicBezTo>
                  <a:pt x="242411" y="388858"/>
                  <a:pt x="241300" y="377825"/>
                  <a:pt x="246856" y="369491"/>
                </a:cubicBezTo>
                <a:lnTo>
                  <a:pt x="265351" y="341709"/>
                </a:lnTo>
                <a:cubicBezTo>
                  <a:pt x="263843" y="337979"/>
                  <a:pt x="262493" y="334089"/>
                  <a:pt x="261382" y="330041"/>
                </a:cubicBezTo>
                <a:cubicBezTo>
                  <a:pt x="260271" y="325993"/>
                  <a:pt x="259556" y="321945"/>
                  <a:pt x="259001" y="317976"/>
                </a:cubicBezTo>
                <a:lnTo>
                  <a:pt x="229076" y="303213"/>
                </a:lnTo>
                <a:cubicBezTo>
                  <a:pt x="220107" y="298768"/>
                  <a:pt x="215583" y="288608"/>
                  <a:pt x="218123" y="279003"/>
                </a:cubicBezTo>
                <a:lnTo>
                  <a:pt x="223679" y="258207"/>
                </a:lnTo>
                <a:cubicBezTo>
                  <a:pt x="226298" y="248602"/>
                  <a:pt x="235268" y="242094"/>
                  <a:pt x="245269" y="242729"/>
                </a:cubicBezTo>
                <a:lnTo>
                  <a:pt x="278527" y="244872"/>
                </a:lnTo>
                <a:cubicBezTo>
                  <a:pt x="283528" y="238442"/>
                  <a:pt x="289322" y="232489"/>
                  <a:pt x="295910" y="227409"/>
                </a:cubicBezTo>
                <a:lnTo>
                  <a:pt x="293767" y="194231"/>
                </a:lnTo>
                <a:cubicBezTo>
                  <a:pt x="293132" y="184229"/>
                  <a:pt x="299641" y="175181"/>
                  <a:pt x="309245" y="172641"/>
                </a:cubicBezTo>
                <a:lnTo>
                  <a:pt x="330041" y="167084"/>
                </a:lnTo>
                <a:close/>
                <a:moveTo>
                  <a:pt x="355918" y="269875"/>
                </a:moveTo>
                <a:cubicBezTo>
                  <a:pt x="336642" y="269897"/>
                  <a:pt x="321010" y="285564"/>
                  <a:pt x="321032" y="304840"/>
                </a:cubicBezTo>
                <a:cubicBezTo>
                  <a:pt x="321054" y="324115"/>
                  <a:pt x="336721" y="339747"/>
                  <a:pt x="355997" y="339725"/>
                </a:cubicBezTo>
                <a:cubicBezTo>
                  <a:pt x="375273" y="339703"/>
                  <a:pt x="390904" y="324036"/>
                  <a:pt x="390882" y="304760"/>
                </a:cubicBezTo>
                <a:cubicBezTo>
                  <a:pt x="390860" y="285485"/>
                  <a:pt x="375193" y="269853"/>
                  <a:pt x="355918" y="269875"/>
                </a:cubicBezTo>
                <a:close/>
                <a:moveTo>
                  <a:pt x="178514" y="-36116"/>
                </a:moveTo>
                <a:lnTo>
                  <a:pt x="199311" y="-30559"/>
                </a:lnTo>
                <a:cubicBezTo>
                  <a:pt x="208915" y="-27940"/>
                  <a:pt x="215424" y="-18891"/>
                  <a:pt x="214789" y="-8969"/>
                </a:cubicBezTo>
                <a:lnTo>
                  <a:pt x="212646" y="24209"/>
                </a:lnTo>
                <a:cubicBezTo>
                  <a:pt x="219234" y="29289"/>
                  <a:pt x="225028" y="35163"/>
                  <a:pt x="230029" y="41672"/>
                </a:cubicBezTo>
                <a:lnTo>
                  <a:pt x="263366" y="39529"/>
                </a:lnTo>
                <a:cubicBezTo>
                  <a:pt x="273288" y="38894"/>
                  <a:pt x="282337" y="45403"/>
                  <a:pt x="284956" y="55007"/>
                </a:cubicBezTo>
                <a:lnTo>
                  <a:pt x="290513" y="75803"/>
                </a:lnTo>
                <a:cubicBezTo>
                  <a:pt x="293053" y="85408"/>
                  <a:pt x="288528" y="95568"/>
                  <a:pt x="279559" y="100013"/>
                </a:cubicBezTo>
                <a:lnTo>
                  <a:pt x="249634" y="114776"/>
                </a:lnTo>
                <a:cubicBezTo>
                  <a:pt x="249079" y="118824"/>
                  <a:pt x="248285" y="122873"/>
                  <a:pt x="247253" y="126841"/>
                </a:cubicBezTo>
                <a:cubicBezTo>
                  <a:pt x="246221" y="130810"/>
                  <a:pt x="244793" y="134779"/>
                  <a:pt x="243284" y="138509"/>
                </a:cubicBezTo>
                <a:lnTo>
                  <a:pt x="261779" y="166291"/>
                </a:lnTo>
                <a:cubicBezTo>
                  <a:pt x="267335" y="174625"/>
                  <a:pt x="266224" y="185658"/>
                  <a:pt x="259159" y="192722"/>
                </a:cubicBezTo>
                <a:lnTo>
                  <a:pt x="243919" y="207963"/>
                </a:lnTo>
                <a:cubicBezTo>
                  <a:pt x="236855" y="215027"/>
                  <a:pt x="225822" y="216138"/>
                  <a:pt x="217488" y="210582"/>
                </a:cubicBezTo>
                <a:lnTo>
                  <a:pt x="189706" y="192088"/>
                </a:lnTo>
                <a:cubicBezTo>
                  <a:pt x="182166" y="195183"/>
                  <a:pt x="174149" y="197406"/>
                  <a:pt x="165973" y="198517"/>
                </a:cubicBezTo>
                <a:lnTo>
                  <a:pt x="151209" y="228362"/>
                </a:lnTo>
                <a:cubicBezTo>
                  <a:pt x="146764" y="237331"/>
                  <a:pt x="136604" y="241856"/>
                  <a:pt x="127000" y="239316"/>
                </a:cubicBezTo>
                <a:lnTo>
                  <a:pt x="106204" y="233759"/>
                </a:lnTo>
                <a:cubicBezTo>
                  <a:pt x="96520" y="231140"/>
                  <a:pt x="90091" y="222091"/>
                  <a:pt x="90726" y="212169"/>
                </a:cubicBezTo>
                <a:lnTo>
                  <a:pt x="92869" y="178911"/>
                </a:lnTo>
                <a:cubicBezTo>
                  <a:pt x="86281" y="173831"/>
                  <a:pt x="80486" y="167958"/>
                  <a:pt x="75486" y="161449"/>
                </a:cubicBezTo>
                <a:lnTo>
                  <a:pt x="42148" y="163592"/>
                </a:lnTo>
                <a:cubicBezTo>
                  <a:pt x="32226" y="164227"/>
                  <a:pt x="23178" y="157718"/>
                  <a:pt x="20558" y="148114"/>
                </a:cubicBezTo>
                <a:lnTo>
                  <a:pt x="15002" y="127318"/>
                </a:lnTo>
                <a:cubicBezTo>
                  <a:pt x="12462" y="117713"/>
                  <a:pt x="16986" y="107553"/>
                  <a:pt x="25956" y="103108"/>
                </a:cubicBezTo>
                <a:lnTo>
                  <a:pt x="55880" y="88344"/>
                </a:lnTo>
                <a:cubicBezTo>
                  <a:pt x="56436" y="84296"/>
                  <a:pt x="57229" y="80328"/>
                  <a:pt x="58261" y="76279"/>
                </a:cubicBezTo>
                <a:cubicBezTo>
                  <a:pt x="59373" y="72231"/>
                  <a:pt x="60643" y="68342"/>
                  <a:pt x="62230" y="64611"/>
                </a:cubicBezTo>
                <a:lnTo>
                  <a:pt x="43736" y="36909"/>
                </a:lnTo>
                <a:cubicBezTo>
                  <a:pt x="38179" y="28575"/>
                  <a:pt x="39291" y="17542"/>
                  <a:pt x="46355" y="10478"/>
                </a:cubicBezTo>
                <a:lnTo>
                  <a:pt x="61595" y="-4762"/>
                </a:lnTo>
                <a:cubicBezTo>
                  <a:pt x="68659" y="-11827"/>
                  <a:pt x="79693" y="-12938"/>
                  <a:pt x="88027" y="-7382"/>
                </a:cubicBezTo>
                <a:lnTo>
                  <a:pt x="115808" y="11113"/>
                </a:lnTo>
                <a:cubicBezTo>
                  <a:pt x="123349" y="8017"/>
                  <a:pt x="131366" y="5794"/>
                  <a:pt x="139541" y="4683"/>
                </a:cubicBezTo>
                <a:lnTo>
                  <a:pt x="154305" y="-25162"/>
                </a:lnTo>
                <a:cubicBezTo>
                  <a:pt x="158750" y="-34131"/>
                  <a:pt x="168831" y="-38656"/>
                  <a:pt x="178514" y="-36116"/>
                </a:cubicBezTo>
                <a:close/>
                <a:moveTo>
                  <a:pt x="152718" y="66675"/>
                </a:moveTo>
                <a:cubicBezTo>
                  <a:pt x="133442" y="66675"/>
                  <a:pt x="117793" y="82324"/>
                  <a:pt x="117793" y="101600"/>
                </a:cubicBezTo>
                <a:cubicBezTo>
                  <a:pt x="117793" y="120876"/>
                  <a:pt x="133442" y="136525"/>
                  <a:pt x="152718" y="136525"/>
                </a:cubicBezTo>
                <a:cubicBezTo>
                  <a:pt x="171993" y="136525"/>
                  <a:pt x="187643" y="120876"/>
                  <a:pt x="187643" y="101600"/>
                </a:cubicBezTo>
                <a:cubicBezTo>
                  <a:pt x="187643" y="82324"/>
                  <a:pt x="171993" y="66675"/>
                  <a:pt x="152718" y="66675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6731000" y="3200400"/>
            <a:ext cx="342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 Engine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59500" y="36830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Applies logical reasoning to derive conclusions from the knowledge base.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22000" y="2984500"/>
            <a:ext cx="4572000" cy="1651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39500" y="3238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279400"/>
                </a:lnTo>
                <a:cubicBezTo>
                  <a:pt x="0" y="307419"/>
                  <a:pt x="22781" y="330200"/>
                  <a:pt x="50800" y="330200"/>
                </a:cubicBezTo>
                <a:lnTo>
                  <a:pt x="165100" y="330200"/>
                </a:lnTo>
                <a:lnTo>
                  <a:pt x="152400" y="368300"/>
                </a:lnTo>
                <a:lnTo>
                  <a:pt x="95250" y="368300"/>
                </a:lnTo>
                <a:cubicBezTo>
                  <a:pt x="84693" y="368300"/>
                  <a:pt x="76200" y="376793"/>
                  <a:pt x="76200" y="387350"/>
                </a:cubicBezTo>
                <a:cubicBezTo>
                  <a:pt x="76200" y="397907"/>
                  <a:pt x="84693" y="406400"/>
                  <a:pt x="95250" y="406400"/>
                </a:cubicBezTo>
                <a:lnTo>
                  <a:pt x="311150" y="406400"/>
                </a:lnTo>
                <a:cubicBezTo>
                  <a:pt x="321707" y="406400"/>
                  <a:pt x="330200" y="397907"/>
                  <a:pt x="330200" y="387350"/>
                </a:cubicBezTo>
                <a:cubicBezTo>
                  <a:pt x="330200" y="376793"/>
                  <a:pt x="321707" y="368300"/>
                  <a:pt x="311150" y="368300"/>
                </a:cubicBezTo>
                <a:lnTo>
                  <a:pt x="254000" y="368300"/>
                </a:lnTo>
                <a:lnTo>
                  <a:pt x="241300" y="330200"/>
                </a:lnTo>
                <a:lnTo>
                  <a:pt x="355600" y="330200"/>
                </a:lnTo>
                <a:cubicBezTo>
                  <a:pt x="383619" y="330200"/>
                  <a:pt x="406400" y="307419"/>
                  <a:pt x="406400" y="279400"/>
                </a:cubicBezTo>
                <a:lnTo>
                  <a:pt x="406400" y="76200"/>
                </a:lnTo>
                <a:cubicBezTo>
                  <a:pt x="406400" y="48181"/>
                  <a:pt x="383619" y="25400"/>
                  <a:pt x="355600" y="25400"/>
                </a:cubicBezTo>
                <a:lnTo>
                  <a:pt x="50800" y="25400"/>
                </a:lnTo>
                <a:close/>
                <a:moveTo>
                  <a:pt x="76200" y="76200"/>
                </a:moveTo>
                <a:lnTo>
                  <a:pt x="330200" y="76200"/>
                </a:lnTo>
                <a:cubicBezTo>
                  <a:pt x="344249" y="76200"/>
                  <a:pt x="355600" y="87551"/>
                  <a:pt x="355600" y="101600"/>
                </a:cubicBezTo>
                <a:lnTo>
                  <a:pt x="355600" y="228600"/>
                </a:lnTo>
                <a:cubicBezTo>
                  <a:pt x="355600" y="242649"/>
                  <a:pt x="344249" y="254000"/>
                  <a:pt x="330200" y="254000"/>
                </a:cubicBezTo>
                <a:lnTo>
                  <a:pt x="76200" y="254000"/>
                </a:lnTo>
                <a:cubicBezTo>
                  <a:pt x="62151" y="254000"/>
                  <a:pt x="50800" y="242649"/>
                  <a:pt x="50800" y="228600"/>
                </a:cubicBezTo>
                <a:lnTo>
                  <a:pt x="50800" y="101600"/>
                </a:lnTo>
                <a:cubicBezTo>
                  <a:pt x="50800" y="87551"/>
                  <a:pt x="62151" y="76200"/>
                  <a:pt x="76200" y="762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11811000" y="3200400"/>
            <a:ext cx="342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239500" y="36830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human interaction, input queries, and displays results.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495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Famous Examples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461000"/>
          <a:ext cx="14732000" cy="2286000"/>
        </p:xfrm>
        <a:graphic>
          <a:graphicData uri="http://schemas.openxmlformats.org/drawingml/2006/table">
            <a:tbl>
              <a:tblPr/>
              <a:tblGrid>
                <a:gridCol w="2946400"/>
                <a:gridCol w="5892800"/>
                <a:gridCol w="58928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System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Domain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MYCIN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Healthcare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Diagnoses bacterial infections and recommends antibiotics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DENDRAL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Chemistry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Identifies molecular structures of unknown compounds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XCON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Manufacturing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Configures computer systems based on customer requirements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Computers in Retail Industry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 has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fundamentally transformed retail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through automation, data analytics, and seamless customer experiences.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279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6200" y="0"/>
                </a:moveTo>
                <a:cubicBezTo>
                  <a:pt x="48181" y="0"/>
                  <a:pt x="25400" y="22781"/>
                  <a:pt x="25400" y="50800"/>
                </a:cubicBezTo>
                <a:cubicBezTo>
                  <a:pt x="25400" y="78819"/>
                  <a:pt x="48181" y="101600"/>
                  <a:pt x="76200" y="101600"/>
                </a:cubicBezTo>
                <a:lnTo>
                  <a:pt x="114300" y="101600"/>
                </a:lnTo>
                <a:lnTo>
                  <a:pt x="114300" y="127000"/>
                </a:lnTo>
                <a:lnTo>
                  <a:pt x="69056" y="127000"/>
                </a:lnTo>
                <a:cubicBezTo>
                  <a:pt x="43974" y="127000"/>
                  <a:pt x="22622" y="145336"/>
                  <a:pt x="18812" y="170180"/>
                </a:cubicBezTo>
                <a:lnTo>
                  <a:pt x="873" y="289004"/>
                </a:lnTo>
                <a:cubicBezTo>
                  <a:pt x="318" y="292735"/>
                  <a:pt x="0" y="296545"/>
                  <a:pt x="0" y="300355"/>
                </a:cubicBezTo>
                <a:lnTo>
                  <a:pt x="0" y="355600"/>
                </a:lnTo>
                <a:cubicBezTo>
                  <a:pt x="0" y="383619"/>
                  <a:pt x="22781" y="406400"/>
                  <a:pt x="50800" y="406400"/>
                </a:cubicBezTo>
                <a:lnTo>
                  <a:pt x="355600" y="406400"/>
                </a:lnTo>
                <a:cubicBezTo>
                  <a:pt x="383619" y="406400"/>
                  <a:pt x="406400" y="383619"/>
                  <a:pt x="406400" y="355600"/>
                </a:cubicBezTo>
                <a:lnTo>
                  <a:pt x="406400" y="300355"/>
                </a:lnTo>
                <a:cubicBezTo>
                  <a:pt x="406400" y="296545"/>
                  <a:pt x="406083" y="292735"/>
                  <a:pt x="405527" y="288925"/>
                </a:cubicBezTo>
                <a:lnTo>
                  <a:pt x="387509" y="170180"/>
                </a:lnTo>
                <a:cubicBezTo>
                  <a:pt x="383778" y="145336"/>
                  <a:pt x="362426" y="127000"/>
                  <a:pt x="337344" y="127000"/>
                </a:cubicBezTo>
                <a:lnTo>
                  <a:pt x="165100" y="127000"/>
                </a:lnTo>
                <a:lnTo>
                  <a:pt x="165100" y="101600"/>
                </a:lnTo>
                <a:lnTo>
                  <a:pt x="203200" y="101600"/>
                </a:lnTo>
                <a:cubicBezTo>
                  <a:pt x="231219" y="101600"/>
                  <a:pt x="254000" y="78819"/>
                  <a:pt x="254000" y="50800"/>
                </a:cubicBezTo>
                <a:cubicBezTo>
                  <a:pt x="254000" y="22781"/>
                  <a:pt x="231219" y="0"/>
                  <a:pt x="203200" y="0"/>
                </a:cubicBezTo>
                <a:lnTo>
                  <a:pt x="76200" y="0"/>
                </a:lnTo>
                <a:close/>
                <a:moveTo>
                  <a:pt x="76200" y="38100"/>
                </a:moveTo>
                <a:lnTo>
                  <a:pt x="203200" y="38100"/>
                </a:lnTo>
                <a:cubicBezTo>
                  <a:pt x="210185" y="38100"/>
                  <a:pt x="215900" y="43815"/>
                  <a:pt x="215900" y="50800"/>
                </a:cubicBezTo>
                <a:cubicBezTo>
                  <a:pt x="215900" y="57785"/>
                  <a:pt x="210185" y="63500"/>
                  <a:pt x="203200" y="63500"/>
                </a:cubicBezTo>
                <a:lnTo>
                  <a:pt x="76200" y="63500"/>
                </a:lnTo>
                <a:cubicBezTo>
                  <a:pt x="69215" y="63500"/>
                  <a:pt x="63500" y="57785"/>
                  <a:pt x="63500" y="50800"/>
                </a:cubicBezTo>
                <a:cubicBezTo>
                  <a:pt x="63500" y="43815"/>
                  <a:pt x="69215" y="38100"/>
                  <a:pt x="76200" y="38100"/>
                </a:cubicBezTo>
                <a:close/>
                <a:moveTo>
                  <a:pt x="50800" y="336550"/>
                </a:moveTo>
                <a:cubicBezTo>
                  <a:pt x="50800" y="325993"/>
                  <a:pt x="59293" y="317500"/>
                  <a:pt x="69850" y="317500"/>
                </a:cubicBezTo>
                <a:lnTo>
                  <a:pt x="336550" y="317500"/>
                </a:lnTo>
                <a:cubicBezTo>
                  <a:pt x="347107" y="317500"/>
                  <a:pt x="355600" y="325993"/>
                  <a:pt x="355600" y="336550"/>
                </a:cubicBezTo>
                <a:cubicBezTo>
                  <a:pt x="355600" y="347107"/>
                  <a:pt x="347107" y="355600"/>
                  <a:pt x="336550" y="355600"/>
                </a:cubicBezTo>
                <a:lnTo>
                  <a:pt x="69850" y="355600"/>
                </a:lnTo>
                <a:cubicBezTo>
                  <a:pt x="59293" y="355600"/>
                  <a:pt x="50800" y="347107"/>
                  <a:pt x="50800" y="336550"/>
                </a:cubicBezTo>
                <a:close/>
                <a:moveTo>
                  <a:pt x="88900" y="209550"/>
                </a:moveTo>
                <a:cubicBezTo>
                  <a:pt x="78386" y="209550"/>
                  <a:pt x="69850" y="201014"/>
                  <a:pt x="69850" y="190500"/>
                </a:cubicBezTo>
                <a:cubicBezTo>
                  <a:pt x="69850" y="179986"/>
                  <a:pt x="78386" y="171450"/>
                  <a:pt x="88900" y="171450"/>
                </a:cubicBezTo>
                <a:cubicBezTo>
                  <a:pt x="99414" y="171450"/>
                  <a:pt x="107950" y="179986"/>
                  <a:pt x="107950" y="190500"/>
                </a:cubicBezTo>
                <a:cubicBezTo>
                  <a:pt x="107950" y="201014"/>
                  <a:pt x="99414" y="209550"/>
                  <a:pt x="88900" y="209550"/>
                </a:cubicBezTo>
                <a:close/>
                <a:moveTo>
                  <a:pt x="184150" y="190500"/>
                </a:moveTo>
                <a:cubicBezTo>
                  <a:pt x="184150" y="201014"/>
                  <a:pt x="175614" y="209550"/>
                  <a:pt x="165100" y="209550"/>
                </a:cubicBezTo>
                <a:cubicBezTo>
                  <a:pt x="154586" y="209550"/>
                  <a:pt x="146050" y="201014"/>
                  <a:pt x="146050" y="190500"/>
                </a:cubicBezTo>
                <a:cubicBezTo>
                  <a:pt x="146050" y="179986"/>
                  <a:pt x="154586" y="171450"/>
                  <a:pt x="165100" y="171450"/>
                </a:cubicBezTo>
                <a:cubicBezTo>
                  <a:pt x="175614" y="171450"/>
                  <a:pt x="184150" y="179986"/>
                  <a:pt x="184150" y="190500"/>
                </a:cubicBezTo>
                <a:close/>
                <a:moveTo>
                  <a:pt x="127000" y="273050"/>
                </a:moveTo>
                <a:cubicBezTo>
                  <a:pt x="116486" y="273050"/>
                  <a:pt x="107950" y="264514"/>
                  <a:pt x="107950" y="254000"/>
                </a:cubicBezTo>
                <a:cubicBezTo>
                  <a:pt x="107950" y="243486"/>
                  <a:pt x="116486" y="234950"/>
                  <a:pt x="127000" y="234950"/>
                </a:cubicBezTo>
                <a:cubicBezTo>
                  <a:pt x="137514" y="234950"/>
                  <a:pt x="146050" y="243486"/>
                  <a:pt x="146050" y="254000"/>
                </a:cubicBezTo>
                <a:cubicBezTo>
                  <a:pt x="146050" y="264514"/>
                  <a:pt x="137514" y="273050"/>
                  <a:pt x="127000" y="273050"/>
                </a:cubicBezTo>
                <a:close/>
                <a:moveTo>
                  <a:pt x="260350" y="190500"/>
                </a:moveTo>
                <a:cubicBezTo>
                  <a:pt x="260350" y="201014"/>
                  <a:pt x="251814" y="209550"/>
                  <a:pt x="241300" y="209550"/>
                </a:cubicBezTo>
                <a:cubicBezTo>
                  <a:pt x="230786" y="209550"/>
                  <a:pt x="222250" y="201014"/>
                  <a:pt x="222250" y="190500"/>
                </a:cubicBezTo>
                <a:cubicBezTo>
                  <a:pt x="222250" y="179986"/>
                  <a:pt x="230786" y="171450"/>
                  <a:pt x="241300" y="171450"/>
                </a:cubicBezTo>
                <a:cubicBezTo>
                  <a:pt x="251814" y="171450"/>
                  <a:pt x="260350" y="179986"/>
                  <a:pt x="260350" y="190500"/>
                </a:cubicBezTo>
                <a:close/>
                <a:moveTo>
                  <a:pt x="203200" y="273050"/>
                </a:moveTo>
                <a:cubicBezTo>
                  <a:pt x="192686" y="273050"/>
                  <a:pt x="184150" y="264514"/>
                  <a:pt x="184150" y="254000"/>
                </a:cubicBezTo>
                <a:cubicBezTo>
                  <a:pt x="184150" y="243486"/>
                  <a:pt x="192686" y="234950"/>
                  <a:pt x="203200" y="234950"/>
                </a:cubicBezTo>
                <a:cubicBezTo>
                  <a:pt x="213714" y="234950"/>
                  <a:pt x="222250" y="243486"/>
                  <a:pt x="222250" y="254000"/>
                </a:cubicBezTo>
                <a:cubicBezTo>
                  <a:pt x="222250" y="264514"/>
                  <a:pt x="213714" y="273050"/>
                  <a:pt x="203200" y="273050"/>
                </a:cubicBezTo>
                <a:close/>
                <a:moveTo>
                  <a:pt x="336550" y="190500"/>
                </a:moveTo>
                <a:cubicBezTo>
                  <a:pt x="336550" y="201014"/>
                  <a:pt x="328014" y="209550"/>
                  <a:pt x="317500" y="209550"/>
                </a:cubicBezTo>
                <a:cubicBezTo>
                  <a:pt x="306986" y="209550"/>
                  <a:pt x="298450" y="201014"/>
                  <a:pt x="298450" y="190500"/>
                </a:cubicBezTo>
                <a:cubicBezTo>
                  <a:pt x="298450" y="179986"/>
                  <a:pt x="306986" y="171450"/>
                  <a:pt x="317500" y="171450"/>
                </a:cubicBezTo>
                <a:cubicBezTo>
                  <a:pt x="328014" y="171450"/>
                  <a:pt x="336550" y="179986"/>
                  <a:pt x="336550" y="190500"/>
                </a:cubicBezTo>
                <a:close/>
                <a:moveTo>
                  <a:pt x="279400" y="273050"/>
                </a:moveTo>
                <a:cubicBezTo>
                  <a:pt x="268886" y="273050"/>
                  <a:pt x="260350" y="264514"/>
                  <a:pt x="260350" y="254000"/>
                </a:cubicBezTo>
                <a:cubicBezTo>
                  <a:pt x="260350" y="243486"/>
                  <a:pt x="268886" y="234950"/>
                  <a:pt x="279400" y="234950"/>
                </a:cubicBezTo>
                <a:cubicBezTo>
                  <a:pt x="289914" y="234950"/>
                  <a:pt x="298450" y="243486"/>
                  <a:pt x="298450" y="254000"/>
                </a:cubicBezTo>
                <a:cubicBezTo>
                  <a:pt x="298450" y="264514"/>
                  <a:pt x="289914" y="273050"/>
                  <a:pt x="279400" y="27305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33655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 of Sale (POS)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810000"/>
            <a:ext cx="393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transactions and track inventory in real-time across all retail channels.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42000" y="2540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6108700" y="2794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19050" y="-12700"/>
                </a:moveTo>
                <a:cubicBezTo>
                  <a:pt x="8493" y="-12700"/>
                  <a:pt x="0" y="-4207"/>
                  <a:pt x="0" y="6350"/>
                </a:cubicBezTo>
                <a:cubicBezTo>
                  <a:pt x="0" y="16907"/>
                  <a:pt x="8493" y="25400"/>
                  <a:pt x="19050" y="25400"/>
                </a:cubicBezTo>
                <a:lnTo>
                  <a:pt x="55007" y="25400"/>
                </a:lnTo>
                <a:cubicBezTo>
                  <a:pt x="58103" y="25400"/>
                  <a:pt x="60722" y="27622"/>
                  <a:pt x="61278" y="30639"/>
                </a:cubicBezTo>
                <a:lnTo>
                  <a:pt x="102632" y="257889"/>
                </a:lnTo>
                <a:cubicBezTo>
                  <a:pt x="107553" y="285036"/>
                  <a:pt x="131207" y="304800"/>
                  <a:pt x="158829" y="304800"/>
                </a:cubicBezTo>
                <a:lnTo>
                  <a:pt x="361950" y="304800"/>
                </a:lnTo>
                <a:cubicBezTo>
                  <a:pt x="372507" y="304800"/>
                  <a:pt x="381000" y="296307"/>
                  <a:pt x="381000" y="285750"/>
                </a:cubicBezTo>
                <a:cubicBezTo>
                  <a:pt x="381000" y="275193"/>
                  <a:pt x="372507" y="266700"/>
                  <a:pt x="361950" y="266700"/>
                </a:cubicBezTo>
                <a:lnTo>
                  <a:pt x="158829" y="266700"/>
                </a:lnTo>
                <a:cubicBezTo>
                  <a:pt x="149622" y="266700"/>
                  <a:pt x="141764" y="260112"/>
                  <a:pt x="140097" y="251063"/>
                </a:cubicBezTo>
                <a:lnTo>
                  <a:pt x="136049" y="228600"/>
                </a:lnTo>
                <a:lnTo>
                  <a:pt x="377031" y="228600"/>
                </a:lnTo>
                <a:cubicBezTo>
                  <a:pt x="401479" y="228600"/>
                  <a:pt x="422434" y="211217"/>
                  <a:pt x="426958" y="187166"/>
                </a:cubicBezTo>
                <a:lnTo>
                  <a:pt x="451564" y="55483"/>
                </a:lnTo>
                <a:cubicBezTo>
                  <a:pt x="454501" y="39846"/>
                  <a:pt x="442516" y="25400"/>
                  <a:pt x="426561" y="25400"/>
                </a:cubicBezTo>
                <a:lnTo>
                  <a:pt x="98981" y="25400"/>
                </a:lnTo>
                <a:lnTo>
                  <a:pt x="98663" y="23813"/>
                </a:lnTo>
                <a:cubicBezTo>
                  <a:pt x="94853" y="2699"/>
                  <a:pt x="76438" y="-12700"/>
                  <a:pt x="54927" y="-12700"/>
                </a:cubicBezTo>
                <a:lnTo>
                  <a:pt x="19050" y="-12700"/>
                </a:lnTo>
                <a:close/>
                <a:moveTo>
                  <a:pt x="165100" y="406400"/>
                </a:moveTo>
                <a:cubicBezTo>
                  <a:pt x="186128" y="406400"/>
                  <a:pt x="203200" y="389328"/>
                  <a:pt x="203200" y="368300"/>
                </a:cubicBezTo>
                <a:cubicBezTo>
                  <a:pt x="203200" y="347272"/>
                  <a:pt x="186128" y="330200"/>
                  <a:pt x="165100" y="330200"/>
                </a:cubicBezTo>
                <a:cubicBezTo>
                  <a:pt x="144072" y="330200"/>
                  <a:pt x="127000" y="347272"/>
                  <a:pt x="127000" y="368300"/>
                </a:cubicBezTo>
                <a:cubicBezTo>
                  <a:pt x="127000" y="389328"/>
                  <a:pt x="144072" y="406400"/>
                  <a:pt x="165100" y="406400"/>
                </a:cubicBezTo>
                <a:close/>
                <a:moveTo>
                  <a:pt x="342900" y="406400"/>
                </a:moveTo>
                <a:cubicBezTo>
                  <a:pt x="363928" y="406400"/>
                  <a:pt x="381000" y="389328"/>
                  <a:pt x="381000" y="368300"/>
                </a:cubicBezTo>
                <a:cubicBezTo>
                  <a:pt x="381000" y="347272"/>
                  <a:pt x="363928" y="330200"/>
                  <a:pt x="342900" y="330200"/>
                </a:cubicBezTo>
                <a:cubicBezTo>
                  <a:pt x="321872" y="330200"/>
                  <a:pt x="304800" y="347272"/>
                  <a:pt x="304800" y="368300"/>
                </a:cubicBezTo>
                <a:cubicBezTo>
                  <a:pt x="304800" y="389328"/>
                  <a:pt x="321872" y="406400"/>
                  <a:pt x="342900" y="4064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6159500" y="33655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E-Commerce Platforms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59500" y="3810000"/>
            <a:ext cx="393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shopping with global reach: Amazon, Shopify, and integrated marketplaces.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22000" y="2540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88700" y="2794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50800" y="76200"/>
                </a:moveTo>
                <a:cubicBezTo>
                  <a:pt x="50800" y="48181"/>
                  <a:pt x="73581" y="25400"/>
                  <a:pt x="101600" y="25400"/>
                </a:cubicBezTo>
                <a:lnTo>
                  <a:pt x="330200" y="25400"/>
                </a:lnTo>
                <a:cubicBezTo>
                  <a:pt x="358219" y="25400"/>
                  <a:pt x="381000" y="48181"/>
                  <a:pt x="381000" y="76200"/>
                </a:cubicBezTo>
                <a:lnTo>
                  <a:pt x="381000" y="101600"/>
                </a:lnTo>
                <a:lnTo>
                  <a:pt x="421243" y="101600"/>
                </a:lnTo>
                <a:cubicBezTo>
                  <a:pt x="434737" y="101600"/>
                  <a:pt x="447675" y="106918"/>
                  <a:pt x="457200" y="116443"/>
                </a:cubicBezTo>
                <a:lnTo>
                  <a:pt x="493157" y="152400"/>
                </a:lnTo>
                <a:cubicBezTo>
                  <a:pt x="502682" y="161925"/>
                  <a:pt x="508000" y="174863"/>
                  <a:pt x="508000" y="188357"/>
                </a:cubicBezTo>
                <a:lnTo>
                  <a:pt x="508000" y="304800"/>
                </a:lnTo>
                <a:cubicBezTo>
                  <a:pt x="508000" y="332819"/>
                  <a:pt x="485219" y="355600"/>
                  <a:pt x="457200" y="355600"/>
                </a:cubicBezTo>
                <a:lnTo>
                  <a:pt x="454581" y="355600"/>
                </a:lnTo>
                <a:cubicBezTo>
                  <a:pt x="446326" y="384889"/>
                  <a:pt x="419338" y="406400"/>
                  <a:pt x="387350" y="406400"/>
                </a:cubicBezTo>
                <a:cubicBezTo>
                  <a:pt x="355362" y="406400"/>
                  <a:pt x="328454" y="384889"/>
                  <a:pt x="320119" y="355600"/>
                </a:cubicBezTo>
                <a:lnTo>
                  <a:pt x="238681" y="355600"/>
                </a:lnTo>
                <a:cubicBezTo>
                  <a:pt x="230426" y="384889"/>
                  <a:pt x="203438" y="406400"/>
                  <a:pt x="171450" y="406400"/>
                </a:cubicBezTo>
                <a:cubicBezTo>
                  <a:pt x="139462" y="406400"/>
                  <a:pt x="112554" y="384889"/>
                  <a:pt x="104219" y="355600"/>
                </a:cubicBezTo>
                <a:lnTo>
                  <a:pt x="101600" y="355600"/>
                </a:lnTo>
                <a:cubicBezTo>
                  <a:pt x="73581" y="355600"/>
                  <a:pt x="50800" y="332819"/>
                  <a:pt x="50800" y="304800"/>
                </a:cubicBez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58207"/>
                  <a:pt x="0" y="247650"/>
                </a:cubicBezTo>
                <a:cubicBezTo>
                  <a:pt x="0" y="237093"/>
                  <a:pt x="8493" y="228600"/>
                  <a:pt x="19050" y="228600"/>
                </a:cubicBezTo>
                <a:lnTo>
                  <a:pt x="107950" y="228600"/>
                </a:lnTo>
                <a:cubicBezTo>
                  <a:pt x="118507" y="228600"/>
                  <a:pt x="127000" y="220107"/>
                  <a:pt x="127000" y="209550"/>
                </a:cubicBezTo>
                <a:cubicBezTo>
                  <a:pt x="127000" y="198993"/>
                  <a:pt x="118507" y="190500"/>
                  <a:pt x="107950" y="190500"/>
                </a:cubicBezTo>
                <a:lnTo>
                  <a:pt x="19050" y="190500"/>
                </a:lnTo>
                <a:cubicBezTo>
                  <a:pt x="8493" y="190500"/>
                  <a:pt x="0" y="182007"/>
                  <a:pt x="0" y="171450"/>
                </a:cubicBezTo>
                <a:cubicBezTo>
                  <a:pt x="0" y="160893"/>
                  <a:pt x="8493" y="152400"/>
                  <a:pt x="19050" y="152400"/>
                </a:cubicBezTo>
                <a:lnTo>
                  <a:pt x="158750" y="152400"/>
                </a:lnTo>
                <a:cubicBezTo>
                  <a:pt x="169307" y="152400"/>
                  <a:pt x="177800" y="143907"/>
                  <a:pt x="177800" y="133350"/>
                </a:cubicBezTo>
                <a:cubicBezTo>
                  <a:pt x="177800" y="122793"/>
                  <a:pt x="169307" y="114300"/>
                  <a:pt x="158750" y="114300"/>
                </a:cubicBezTo>
                <a:lnTo>
                  <a:pt x="19050" y="114300"/>
                </a:lnTo>
                <a:cubicBezTo>
                  <a:pt x="8493" y="114300"/>
                  <a:pt x="0" y="105807"/>
                  <a:pt x="0" y="95250"/>
                </a:cubicBezTo>
                <a:cubicBezTo>
                  <a:pt x="0" y="84693"/>
                  <a:pt x="8493" y="76200"/>
                  <a:pt x="19050" y="76200"/>
                </a:cubicBezTo>
                <a:lnTo>
                  <a:pt x="50800" y="76200"/>
                </a:lnTo>
                <a:close/>
                <a:moveTo>
                  <a:pt x="457200" y="228600"/>
                </a:moveTo>
                <a:lnTo>
                  <a:pt x="457200" y="188357"/>
                </a:lnTo>
                <a:lnTo>
                  <a:pt x="421243" y="152400"/>
                </a:lnTo>
                <a:lnTo>
                  <a:pt x="381000" y="152400"/>
                </a:lnTo>
                <a:lnTo>
                  <a:pt x="381000" y="228600"/>
                </a:lnTo>
                <a:lnTo>
                  <a:pt x="457200" y="228600"/>
                </a:lnTo>
                <a:close/>
                <a:moveTo>
                  <a:pt x="203200" y="336550"/>
                </a:moveTo>
                <a:cubicBezTo>
                  <a:pt x="203200" y="319027"/>
                  <a:pt x="188973" y="304800"/>
                  <a:pt x="171450" y="304800"/>
                </a:cubicBezTo>
                <a:cubicBezTo>
                  <a:pt x="153927" y="304800"/>
                  <a:pt x="139700" y="319027"/>
                  <a:pt x="139700" y="336550"/>
                </a:cubicBezTo>
                <a:cubicBezTo>
                  <a:pt x="139700" y="354073"/>
                  <a:pt x="153927" y="368300"/>
                  <a:pt x="171450" y="368300"/>
                </a:cubicBezTo>
                <a:cubicBezTo>
                  <a:pt x="188973" y="368300"/>
                  <a:pt x="203200" y="354073"/>
                  <a:pt x="203200" y="336550"/>
                </a:cubicBezTo>
                <a:close/>
                <a:moveTo>
                  <a:pt x="387350" y="368300"/>
                </a:moveTo>
                <a:cubicBezTo>
                  <a:pt x="404873" y="368300"/>
                  <a:pt x="419100" y="354073"/>
                  <a:pt x="419100" y="336550"/>
                </a:cubicBezTo>
                <a:cubicBezTo>
                  <a:pt x="419100" y="319027"/>
                  <a:pt x="404873" y="304800"/>
                  <a:pt x="387350" y="304800"/>
                </a:cubicBezTo>
                <a:cubicBezTo>
                  <a:pt x="369827" y="304800"/>
                  <a:pt x="355600" y="319027"/>
                  <a:pt x="355600" y="336550"/>
                </a:cubicBezTo>
                <a:cubicBezTo>
                  <a:pt x="355600" y="354073"/>
                  <a:pt x="369827" y="368300"/>
                  <a:pt x="387350" y="3683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11239500" y="33655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Supply Chain (SCM)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239500" y="3810000"/>
            <a:ext cx="393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logistics from manufacturer to consumer with real-time tracking.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461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8700" y="5715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54000" y="12700"/>
                </a:moveTo>
                <a:cubicBezTo>
                  <a:pt x="299561" y="12700"/>
                  <a:pt x="336550" y="49689"/>
                  <a:pt x="336550" y="95250"/>
                </a:cubicBezTo>
                <a:cubicBezTo>
                  <a:pt x="336550" y="140811"/>
                  <a:pt x="299561" y="177800"/>
                  <a:pt x="254000" y="177800"/>
                </a:cubicBezTo>
                <a:cubicBezTo>
                  <a:pt x="208439" y="177800"/>
                  <a:pt x="171450" y="140811"/>
                  <a:pt x="171450" y="95250"/>
                </a:cubicBezTo>
                <a:cubicBezTo>
                  <a:pt x="171450" y="49689"/>
                  <a:pt x="208439" y="12700"/>
                  <a:pt x="254000" y="12700"/>
                </a:cubicBezTo>
                <a:close/>
                <a:moveTo>
                  <a:pt x="76200" y="69850"/>
                </a:moveTo>
                <a:cubicBezTo>
                  <a:pt x="107742" y="69850"/>
                  <a:pt x="133350" y="95458"/>
                  <a:pt x="133350" y="127000"/>
                </a:cubicBezTo>
                <a:cubicBezTo>
                  <a:pt x="133350" y="158542"/>
                  <a:pt x="107742" y="184150"/>
                  <a:pt x="76200" y="184150"/>
                </a:cubicBezTo>
                <a:cubicBezTo>
                  <a:pt x="44658" y="184150"/>
                  <a:pt x="19050" y="158542"/>
                  <a:pt x="19050" y="127000"/>
                </a:cubicBezTo>
                <a:cubicBezTo>
                  <a:pt x="19050" y="95458"/>
                  <a:pt x="44658" y="69850"/>
                  <a:pt x="76200" y="69850"/>
                </a:cubicBezTo>
                <a:close/>
                <a:moveTo>
                  <a:pt x="0" y="330200"/>
                </a:moveTo>
                <a:cubicBezTo>
                  <a:pt x="0" y="274082"/>
                  <a:pt x="45482" y="228600"/>
                  <a:pt x="101600" y="228600"/>
                </a:cubicBezTo>
                <a:cubicBezTo>
                  <a:pt x="111760" y="228600"/>
                  <a:pt x="121603" y="230108"/>
                  <a:pt x="130889" y="232886"/>
                </a:cubicBezTo>
                <a:cubicBezTo>
                  <a:pt x="104775" y="262096"/>
                  <a:pt x="88900" y="300672"/>
                  <a:pt x="88900" y="342900"/>
                </a:cubicBezTo>
                <a:lnTo>
                  <a:pt x="88900" y="355600"/>
                </a:lnTo>
                <a:cubicBezTo>
                  <a:pt x="88900" y="364649"/>
                  <a:pt x="90805" y="373221"/>
                  <a:pt x="94218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413782" y="381000"/>
                </a:moveTo>
                <a:cubicBezTo>
                  <a:pt x="417195" y="373221"/>
                  <a:pt x="419100" y="364649"/>
                  <a:pt x="419100" y="355600"/>
                </a:cubicBezTo>
                <a:lnTo>
                  <a:pt x="419100" y="342900"/>
                </a:lnTo>
                <a:cubicBezTo>
                  <a:pt x="419100" y="300673"/>
                  <a:pt x="403225" y="262096"/>
                  <a:pt x="377111" y="232886"/>
                </a:cubicBezTo>
                <a:cubicBezTo>
                  <a:pt x="386398" y="230108"/>
                  <a:pt x="396240" y="228600"/>
                  <a:pt x="406400" y="228600"/>
                </a:cubicBezTo>
                <a:cubicBezTo>
                  <a:pt x="462518" y="228600"/>
                  <a:pt x="508000" y="274082"/>
                  <a:pt x="508000" y="330200"/>
                </a:cubicBezTo>
                <a:lnTo>
                  <a:pt x="508000" y="355600"/>
                </a:lnTo>
                <a:cubicBezTo>
                  <a:pt x="508000" y="369649"/>
                  <a:pt x="496649" y="381000"/>
                  <a:pt x="482600" y="381000"/>
                </a:cubicBezTo>
                <a:lnTo>
                  <a:pt x="413782" y="381000"/>
                </a:lnTo>
                <a:close/>
                <a:moveTo>
                  <a:pt x="374650" y="127000"/>
                </a:moveTo>
                <a:cubicBezTo>
                  <a:pt x="374650" y="95458"/>
                  <a:pt x="400258" y="69850"/>
                  <a:pt x="431800" y="69850"/>
                </a:cubicBezTo>
                <a:cubicBezTo>
                  <a:pt x="463342" y="69850"/>
                  <a:pt x="488950" y="95458"/>
                  <a:pt x="488950" y="127000"/>
                </a:cubicBezTo>
                <a:cubicBezTo>
                  <a:pt x="488950" y="158542"/>
                  <a:pt x="463342" y="184150"/>
                  <a:pt x="431800" y="184150"/>
                </a:cubicBezTo>
                <a:cubicBezTo>
                  <a:pt x="400258" y="184150"/>
                  <a:pt x="374650" y="158542"/>
                  <a:pt x="374650" y="127000"/>
                </a:cubicBezTo>
                <a:close/>
                <a:moveTo>
                  <a:pt x="127000" y="342900"/>
                </a:moveTo>
                <a:cubicBezTo>
                  <a:pt x="127000" y="272733"/>
                  <a:pt x="183833" y="215900"/>
                  <a:pt x="254000" y="215900"/>
                </a:cubicBezTo>
                <a:cubicBezTo>
                  <a:pt x="324167" y="215900"/>
                  <a:pt x="381000" y="272733"/>
                  <a:pt x="381000" y="342900"/>
                </a:cubicBezTo>
                <a:lnTo>
                  <a:pt x="381000" y="355600"/>
                </a:lnTo>
                <a:cubicBezTo>
                  <a:pt x="381000" y="369649"/>
                  <a:pt x="369649" y="381000"/>
                  <a:pt x="355600" y="381000"/>
                </a:cubicBezTo>
                <a:lnTo>
                  <a:pt x="152400" y="381000"/>
                </a:lnTo>
                <a:cubicBezTo>
                  <a:pt x="138351" y="381000"/>
                  <a:pt x="127000" y="369649"/>
                  <a:pt x="127000" y="355600"/>
                </a:cubicBezTo>
                <a:lnTo>
                  <a:pt x="127000" y="3429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1079500" y="62865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Relations (CRM)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9500" y="6731000"/>
            <a:ext cx="393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purchasing behavior for personalized marketing and loyalty programs.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42000" y="5461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22" name="Shape 20"/>
          <p:cNvSpPr/>
          <p:nvPr/>
        </p:nvSpPr>
        <p:spPr>
          <a:xfrm>
            <a:off x="6184900" y="5715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5400" y="25400"/>
                </a:moveTo>
                <a:cubicBezTo>
                  <a:pt x="11351" y="25400"/>
                  <a:pt x="0" y="36751"/>
                  <a:pt x="0" y="50800"/>
                </a:cubicBezTo>
                <a:lnTo>
                  <a:pt x="0" y="355600"/>
                </a:lnTo>
                <a:cubicBezTo>
                  <a:pt x="0" y="369649"/>
                  <a:pt x="11351" y="381000"/>
                  <a:pt x="25400" y="381000"/>
                </a:cubicBezTo>
                <a:cubicBezTo>
                  <a:pt x="39449" y="381000"/>
                  <a:pt x="50800" y="369649"/>
                  <a:pt x="50800" y="355600"/>
                </a:cubicBezTo>
                <a:lnTo>
                  <a:pt x="50800" y="50800"/>
                </a:lnTo>
                <a:cubicBezTo>
                  <a:pt x="50800" y="36751"/>
                  <a:pt x="39449" y="25400"/>
                  <a:pt x="25400" y="25400"/>
                </a:cubicBezTo>
                <a:close/>
                <a:moveTo>
                  <a:pt x="95250" y="25400"/>
                </a:moveTo>
                <a:cubicBezTo>
                  <a:pt x="84693" y="25400"/>
                  <a:pt x="76200" y="33893"/>
                  <a:pt x="76200" y="44450"/>
                </a:cubicBezTo>
                <a:lnTo>
                  <a:pt x="76200" y="361950"/>
                </a:lnTo>
                <a:cubicBezTo>
                  <a:pt x="76200" y="372507"/>
                  <a:pt x="84693" y="381000"/>
                  <a:pt x="95250" y="381000"/>
                </a:cubicBezTo>
                <a:cubicBezTo>
                  <a:pt x="105807" y="381000"/>
                  <a:pt x="114300" y="372507"/>
                  <a:pt x="114300" y="361950"/>
                </a:cubicBezTo>
                <a:lnTo>
                  <a:pt x="114300" y="44450"/>
                </a:lnTo>
                <a:cubicBezTo>
                  <a:pt x="114300" y="33893"/>
                  <a:pt x="105807" y="25400"/>
                  <a:pt x="95250" y="25400"/>
                </a:cubicBezTo>
                <a:close/>
                <a:moveTo>
                  <a:pt x="152400" y="50800"/>
                </a:moveTo>
                <a:lnTo>
                  <a:pt x="152400" y="355600"/>
                </a:lnTo>
                <a:cubicBezTo>
                  <a:pt x="152400" y="369649"/>
                  <a:pt x="163751" y="381000"/>
                  <a:pt x="177800" y="381000"/>
                </a:cubicBezTo>
                <a:cubicBezTo>
                  <a:pt x="191849" y="381000"/>
                  <a:pt x="203200" y="369649"/>
                  <a:pt x="203200" y="355600"/>
                </a:cubicBezTo>
                <a:lnTo>
                  <a:pt x="203200" y="50800"/>
                </a:lnTo>
                <a:cubicBezTo>
                  <a:pt x="203200" y="36751"/>
                  <a:pt x="191849" y="25400"/>
                  <a:pt x="177800" y="25400"/>
                </a:cubicBezTo>
                <a:cubicBezTo>
                  <a:pt x="163751" y="25400"/>
                  <a:pt x="152400" y="36751"/>
                  <a:pt x="152400" y="50800"/>
                </a:cubicBezTo>
                <a:close/>
                <a:moveTo>
                  <a:pt x="317500" y="44450"/>
                </a:moveTo>
                <a:lnTo>
                  <a:pt x="317500" y="361950"/>
                </a:lnTo>
                <a:cubicBezTo>
                  <a:pt x="317500" y="372507"/>
                  <a:pt x="325993" y="381000"/>
                  <a:pt x="336550" y="381000"/>
                </a:cubicBezTo>
                <a:cubicBezTo>
                  <a:pt x="347107" y="381000"/>
                  <a:pt x="355600" y="372507"/>
                  <a:pt x="355600" y="361950"/>
                </a:cubicBezTo>
                <a:lnTo>
                  <a:pt x="355600" y="44450"/>
                </a:lnTo>
                <a:cubicBezTo>
                  <a:pt x="355600" y="33893"/>
                  <a:pt x="347107" y="25400"/>
                  <a:pt x="336550" y="25400"/>
                </a:cubicBezTo>
                <a:cubicBezTo>
                  <a:pt x="325993" y="25400"/>
                  <a:pt x="317500" y="33893"/>
                  <a:pt x="317500" y="44450"/>
                </a:cubicBezTo>
                <a:close/>
                <a:moveTo>
                  <a:pt x="241300" y="44450"/>
                </a:moveTo>
                <a:lnTo>
                  <a:pt x="241300" y="361950"/>
                </a:lnTo>
                <a:cubicBezTo>
                  <a:pt x="241300" y="372507"/>
                  <a:pt x="249793" y="381000"/>
                  <a:pt x="260350" y="381000"/>
                </a:cubicBezTo>
                <a:cubicBezTo>
                  <a:pt x="270907" y="381000"/>
                  <a:pt x="279400" y="372507"/>
                  <a:pt x="279400" y="361950"/>
                </a:cubicBezTo>
                <a:lnTo>
                  <a:pt x="279400" y="44450"/>
                </a:lnTo>
                <a:cubicBezTo>
                  <a:pt x="279400" y="33893"/>
                  <a:pt x="270907" y="25400"/>
                  <a:pt x="260350" y="25400"/>
                </a:cubicBezTo>
                <a:cubicBezTo>
                  <a:pt x="249793" y="25400"/>
                  <a:pt x="241300" y="33893"/>
                  <a:pt x="241300" y="4445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6159500" y="62865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In-Store Technology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59500" y="6731000"/>
            <a:ext cx="393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Self-checkout kiosks and RFID tags streamline operations and reduce queues.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922000" y="5461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39500" y="571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7" name="Text 25"/>
          <p:cNvSpPr/>
          <p:nvPr/>
        </p:nvSpPr>
        <p:spPr>
          <a:xfrm>
            <a:off x="11239500" y="62865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Big Data Analytics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239500" y="6731000"/>
            <a:ext cx="393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 demand, optimize pricing, and improve customer experience.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Recognition Systems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Recognition systems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computer technology to identify and classify objects, patterns, or individuals across various applications.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4572000" cy="2286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279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8100" y="203200"/>
                </a:moveTo>
                <a:cubicBezTo>
                  <a:pt x="38100" y="111998"/>
                  <a:pt x="111998" y="38100"/>
                  <a:pt x="203200" y="38100"/>
                </a:cubicBezTo>
                <a:cubicBezTo>
                  <a:pt x="253286" y="38100"/>
                  <a:pt x="298133" y="60404"/>
                  <a:pt x="328454" y="95647"/>
                </a:cubicBezTo>
                <a:cubicBezTo>
                  <a:pt x="335280" y="103664"/>
                  <a:pt x="347345" y="104537"/>
                  <a:pt x="355283" y="97711"/>
                </a:cubicBezTo>
                <a:cubicBezTo>
                  <a:pt x="363220" y="90884"/>
                  <a:pt x="364173" y="78819"/>
                  <a:pt x="357346" y="70882"/>
                </a:cubicBezTo>
                <a:cubicBezTo>
                  <a:pt x="320119" y="27464"/>
                  <a:pt x="264874" y="0"/>
                  <a:pt x="203200" y="0"/>
                </a:cubicBezTo>
                <a:cubicBezTo>
                  <a:pt x="90964" y="0"/>
                  <a:pt x="0" y="90964"/>
                  <a:pt x="0" y="203200"/>
                </a:cubicBezTo>
                <a:lnTo>
                  <a:pt x="0" y="234950"/>
                </a:lnTo>
                <a:cubicBezTo>
                  <a:pt x="0" y="245507"/>
                  <a:pt x="8493" y="254000"/>
                  <a:pt x="19050" y="254000"/>
                </a:cubicBezTo>
                <a:cubicBezTo>
                  <a:pt x="29607" y="254000"/>
                  <a:pt x="38100" y="245507"/>
                  <a:pt x="38100" y="234950"/>
                </a:cubicBezTo>
                <a:lnTo>
                  <a:pt x="38100" y="203200"/>
                </a:lnTo>
                <a:close/>
                <a:moveTo>
                  <a:pt x="402034" y="161211"/>
                </a:moveTo>
                <a:cubicBezTo>
                  <a:pt x="399891" y="150892"/>
                  <a:pt x="389731" y="144304"/>
                  <a:pt x="379492" y="146526"/>
                </a:cubicBezTo>
                <a:cubicBezTo>
                  <a:pt x="369253" y="148749"/>
                  <a:pt x="362585" y="158829"/>
                  <a:pt x="364808" y="169069"/>
                </a:cubicBezTo>
                <a:cubicBezTo>
                  <a:pt x="367109" y="180102"/>
                  <a:pt x="368379" y="191532"/>
                  <a:pt x="368379" y="203279"/>
                </a:cubicBezTo>
                <a:lnTo>
                  <a:pt x="368379" y="235029"/>
                </a:lnTo>
                <a:cubicBezTo>
                  <a:pt x="368379" y="245586"/>
                  <a:pt x="376873" y="254079"/>
                  <a:pt x="387429" y="254079"/>
                </a:cubicBezTo>
                <a:cubicBezTo>
                  <a:pt x="397986" y="254079"/>
                  <a:pt x="406479" y="245586"/>
                  <a:pt x="406479" y="235029"/>
                </a:cubicBezTo>
                <a:lnTo>
                  <a:pt x="406479" y="203279"/>
                </a:lnTo>
                <a:cubicBezTo>
                  <a:pt x="406479" y="188913"/>
                  <a:pt x="404971" y="174863"/>
                  <a:pt x="402114" y="161290"/>
                </a:cubicBezTo>
                <a:close/>
                <a:moveTo>
                  <a:pt x="203200" y="63500"/>
                </a:moveTo>
                <a:cubicBezTo>
                  <a:pt x="188119" y="63500"/>
                  <a:pt x="173514" y="65881"/>
                  <a:pt x="159941" y="70326"/>
                </a:cubicBezTo>
                <a:cubicBezTo>
                  <a:pt x="147876" y="74295"/>
                  <a:pt x="145098" y="89138"/>
                  <a:pt x="153353" y="98822"/>
                </a:cubicBezTo>
                <a:cubicBezTo>
                  <a:pt x="158988" y="105410"/>
                  <a:pt x="168275" y="107394"/>
                  <a:pt x="176689" y="105093"/>
                </a:cubicBezTo>
                <a:cubicBezTo>
                  <a:pt x="185103" y="102791"/>
                  <a:pt x="193993" y="101600"/>
                  <a:pt x="203200" y="101600"/>
                </a:cubicBezTo>
                <a:cubicBezTo>
                  <a:pt x="259318" y="101600"/>
                  <a:pt x="304800" y="147082"/>
                  <a:pt x="304800" y="203200"/>
                </a:cubicBezTo>
                <a:lnTo>
                  <a:pt x="304800" y="222964"/>
                </a:lnTo>
                <a:cubicBezTo>
                  <a:pt x="304800" y="242967"/>
                  <a:pt x="303609" y="262890"/>
                  <a:pt x="301308" y="282734"/>
                </a:cubicBezTo>
                <a:cubicBezTo>
                  <a:pt x="299958" y="294323"/>
                  <a:pt x="308769" y="304800"/>
                  <a:pt x="320516" y="304800"/>
                </a:cubicBezTo>
                <a:cubicBezTo>
                  <a:pt x="329883" y="304800"/>
                  <a:pt x="337899" y="297974"/>
                  <a:pt x="339011" y="288687"/>
                </a:cubicBezTo>
                <a:cubicBezTo>
                  <a:pt x="341630" y="266938"/>
                  <a:pt x="342979" y="245031"/>
                  <a:pt x="342979" y="223044"/>
                </a:cubicBezTo>
                <a:lnTo>
                  <a:pt x="342979" y="203279"/>
                </a:lnTo>
                <a:cubicBezTo>
                  <a:pt x="342979" y="126127"/>
                  <a:pt x="280432" y="63579"/>
                  <a:pt x="203279" y="63579"/>
                </a:cubicBezTo>
                <a:close/>
                <a:moveTo>
                  <a:pt x="119618" y="118031"/>
                </a:moveTo>
                <a:cubicBezTo>
                  <a:pt x="112395" y="109617"/>
                  <a:pt x="99536" y="108982"/>
                  <a:pt x="92710" y="117713"/>
                </a:cubicBezTo>
                <a:cubicBezTo>
                  <a:pt x="74374" y="141367"/>
                  <a:pt x="63500" y="170974"/>
                  <a:pt x="63500" y="203200"/>
                </a:cubicBezTo>
                <a:lnTo>
                  <a:pt x="63500" y="222964"/>
                </a:lnTo>
                <a:cubicBezTo>
                  <a:pt x="63500" y="242173"/>
                  <a:pt x="61436" y="261382"/>
                  <a:pt x="57309" y="280035"/>
                </a:cubicBezTo>
                <a:cubicBezTo>
                  <a:pt x="54610" y="292418"/>
                  <a:pt x="63579" y="304721"/>
                  <a:pt x="76279" y="304721"/>
                </a:cubicBezTo>
                <a:cubicBezTo>
                  <a:pt x="84614" y="304721"/>
                  <a:pt x="92075" y="299164"/>
                  <a:pt x="93901" y="290989"/>
                </a:cubicBezTo>
                <a:cubicBezTo>
                  <a:pt x="98981" y="268684"/>
                  <a:pt x="101600" y="245904"/>
                  <a:pt x="101600" y="222885"/>
                </a:cubicBezTo>
                <a:lnTo>
                  <a:pt x="101600" y="203121"/>
                </a:lnTo>
                <a:cubicBezTo>
                  <a:pt x="101600" y="181531"/>
                  <a:pt x="108347" y="161528"/>
                  <a:pt x="119777" y="145097"/>
                </a:cubicBezTo>
                <a:cubicBezTo>
                  <a:pt x="125492" y="136842"/>
                  <a:pt x="126127" y="125571"/>
                  <a:pt x="119618" y="117951"/>
                </a:cubicBezTo>
                <a:close/>
                <a:moveTo>
                  <a:pt x="203200" y="127000"/>
                </a:moveTo>
                <a:cubicBezTo>
                  <a:pt x="161131" y="127000"/>
                  <a:pt x="127000" y="161131"/>
                  <a:pt x="127000" y="203200"/>
                </a:cubicBezTo>
                <a:lnTo>
                  <a:pt x="127000" y="222964"/>
                </a:lnTo>
                <a:cubicBezTo>
                  <a:pt x="127000" y="251460"/>
                  <a:pt x="123349" y="279717"/>
                  <a:pt x="116046" y="307181"/>
                </a:cubicBezTo>
                <a:cubicBezTo>
                  <a:pt x="113030" y="318532"/>
                  <a:pt x="121364" y="330200"/>
                  <a:pt x="133112" y="330200"/>
                </a:cubicBezTo>
                <a:cubicBezTo>
                  <a:pt x="140652" y="330200"/>
                  <a:pt x="147320" y="325279"/>
                  <a:pt x="149304" y="317976"/>
                </a:cubicBezTo>
                <a:cubicBezTo>
                  <a:pt x="157639" y="287020"/>
                  <a:pt x="161925" y="255111"/>
                  <a:pt x="161925" y="222964"/>
                </a:cubicBezTo>
                <a:lnTo>
                  <a:pt x="161925" y="203200"/>
                </a:lnTo>
                <a:cubicBezTo>
                  <a:pt x="161925" y="180419"/>
                  <a:pt x="180419" y="161925"/>
                  <a:pt x="203200" y="161925"/>
                </a:cubicBezTo>
                <a:cubicBezTo>
                  <a:pt x="225981" y="161925"/>
                  <a:pt x="244475" y="180419"/>
                  <a:pt x="244475" y="203200"/>
                </a:cubicBezTo>
                <a:lnTo>
                  <a:pt x="244475" y="222964"/>
                </a:lnTo>
                <a:cubicBezTo>
                  <a:pt x="244475" y="251778"/>
                  <a:pt x="241697" y="280432"/>
                  <a:pt x="236220" y="308610"/>
                </a:cubicBezTo>
                <a:cubicBezTo>
                  <a:pt x="234077" y="319643"/>
                  <a:pt x="242332" y="330200"/>
                  <a:pt x="253524" y="330200"/>
                </a:cubicBezTo>
                <a:cubicBezTo>
                  <a:pt x="261620" y="330200"/>
                  <a:pt x="268605" y="324644"/>
                  <a:pt x="270193" y="316706"/>
                </a:cubicBezTo>
                <a:cubicBezTo>
                  <a:pt x="276304" y="285909"/>
                  <a:pt x="279400" y="254556"/>
                  <a:pt x="279400" y="222964"/>
                </a:cubicBezTo>
                <a:lnTo>
                  <a:pt x="279400" y="203200"/>
                </a:lnTo>
                <a:cubicBezTo>
                  <a:pt x="279400" y="161131"/>
                  <a:pt x="245269" y="127000"/>
                  <a:pt x="203200" y="127000"/>
                </a:cubicBezTo>
                <a:close/>
                <a:moveTo>
                  <a:pt x="222250" y="203200"/>
                </a:moveTo>
                <a:cubicBezTo>
                  <a:pt x="222250" y="192643"/>
                  <a:pt x="213757" y="184150"/>
                  <a:pt x="203200" y="184150"/>
                </a:cubicBezTo>
                <a:cubicBezTo>
                  <a:pt x="192643" y="184150"/>
                  <a:pt x="184150" y="192643"/>
                  <a:pt x="184150" y="203200"/>
                </a:cubicBezTo>
                <a:lnTo>
                  <a:pt x="184150" y="222964"/>
                </a:lnTo>
                <a:cubicBezTo>
                  <a:pt x="184150" y="270510"/>
                  <a:pt x="175419" y="317659"/>
                  <a:pt x="158353" y="362029"/>
                </a:cubicBezTo>
                <a:lnTo>
                  <a:pt x="153670" y="374174"/>
                </a:lnTo>
                <a:cubicBezTo>
                  <a:pt x="149860" y="384016"/>
                  <a:pt x="154781" y="395049"/>
                  <a:pt x="164624" y="398780"/>
                </a:cubicBezTo>
                <a:cubicBezTo>
                  <a:pt x="174466" y="402511"/>
                  <a:pt x="185499" y="397669"/>
                  <a:pt x="189230" y="387826"/>
                </a:cubicBezTo>
                <a:lnTo>
                  <a:pt x="193913" y="375682"/>
                </a:lnTo>
                <a:cubicBezTo>
                  <a:pt x="212646" y="326946"/>
                  <a:pt x="222250" y="275193"/>
                  <a:pt x="222250" y="222964"/>
                </a:cubicBezTo>
                <a:lnTo>
                  <a:pt x="222250" y="2032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33655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Biometric Recognition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8100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Fingerprint scanners, facial recognition, and iris scanning for security.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42000" y="2540000"/>
            <a:ext cx="4572000" cy="2286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6210300" y="2794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0" y="50800"/>
                </a:moveTo>
                <a:cubicBezTo>
                  <a:pt x="0" y="22781"/>
                  <a:pt x="22781" y="0"/>
                  <a:pt x="50800" y="0"/>
                </a:cubicBezTo>
                <a:lnTo>
                  <a:pt x="169466" y="0"/>
                </a:lnTo>
                <a:cubicBezTo>
                  <a:pt x="182959" y="0"/>
                  <a:pt x="195898" y="5318"/>
                  <a:pt x="205423" y="14843"/>
                </a:cubicBezTo>
                <a:lnTo>
                  <a:pt x="289957" y="99457"/>
                </a:lnTo>
                <a:cubicBezTo>
                  <a:pt x="299482" y="108982"/>
                  <a:pt x="304800" y="121920"/>
                  <a:pt x="304800" y="135414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165100" y="46434"/>
                </a:moveTo>
                <a:lnTo>
                  <a:pt x="165100" y="120650"/>
                </a:lnTo>
                <a:cubicBezTo>
                  <a:pt x="165100" y="131207"/>
                  <a:pt x="173593" y="139700"/>
                  <a:pt x="184150" y="139700"/>
                </a:cubicBezTo>
                <a:lnTo>
                  <a:pt x="258366" y="139700"/>
                </a:lnTo>
                <a:lnTo>
                  <a:pt x="165100" y="46434"/>
                </a:lnTo>
                <a:close/>
                <a:moveTo>
                  <a:pt x="95250" y="203200"/>
                </a:moveTo>
                <a:cubicBezTo>
                  <a:pt x="84693" y="203200"/>
                  <a:pt x="76200" y="211693"/>
                  <a:pt x="76200" y="222250"/>
                </a:cubicBezTo>
                <a:cubicBezTo>
                  <a:pt x="76200" y="232807"/>
                  <a:pt x="84693" y="241300"/>
                  <a:pt x="95250" y="241300"/>
                </a:cubicBezTo>
                <a:lnTo>
                  <a:pt x="209550" y="241300"/>
                </a:lnTo>
                <a:cubicBezTo>
                  <a:pt x="220107" y="241300"/>
                  <a:pt x="228600" y="232807"/>
                  <a:pt x="228600" y="222250"/>
                </a:cubicBezTo>
                <a:cubicBezTo>
                  <a:pt x="228600" y="211693"/>
                  <a:pt x="220107" y="203200"/>
                  <a:pt x="209550" y="203200"/>
                </a:cubicBezTo>
                <a:lnTo>
                  <a:pt x="95250" y="203200"/>
                </a:lnTo>
                <a:close/>
                <a:moveTo>
                  <a:pt x="95250" y="279400"/>
                </a:moveTo>
                <a:cubicBezTo>
                  <a:pt x="84693" y="279400"/>
                  <a:pt x="76200" y="287893"/>
                  <a:pt x="76200" y="298450"/>
                </a:cubicBezTo>
                <a:cubicBezTo>
                  <a:pt x="76200" y="309007"/>
                  <a:pt x="84693" y="317500"/>
                  <a:pt x="95250" y="317500"/>
                </a:cubicBezTo>
                <a:lnTo>
                  <a:pt x="209550" y="317500"/>
                </a:lnTo>
                <a:cubicBezTo>
                  <a:pt x="220107" y="317500"/>
                  <a:pt x="228600" y="309007"/>
                  <a:pt x="228600" y="298450"/>
                </a:cubicBezTo>
                <a:cubicBezTo>
                  <a:pt x="228600" y="287893"/>
                  <a:pt x="220107" y="279400"/>
                  <a:pt x="209550" y="279400"/>
                </a:cubicBezTo>
                <a:lnTo>
                  <a:pt x="95250" y="2794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6159500" y="33655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OCR Technology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59500" y="38100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Converts scanned documents and images into editable, searchable text.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22000" y="2540000"/>
            <a:ext cx="4572000" cy="2286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0300" y="2794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52400" y="0"/>
                </a:moveTo>
                <a:cubicBezTo>
                  <a:pt x="110331" y="0"/>
                  <a:pt x="76200" y="34131"/>
                  <a:pt x="76200" y="76200"/>
                </a:cubicBezTo>
                <a:lnTo>
                  <a:pt x="76200" y="177800"/>
                </a:lnTo>
                <a:cubicBezTo>
                  <a:pt x="76200" y="219869"/>
                  <a:pt x="110331" y="254000"/>
                  <a:pt x="152400" y="254000"/>
                </a:cubicBezTo>
                <a:cubicBezTo>
                  <a:pt x="194469" y="254000"/>
                  <a:pt x="228600" y="219869"/>
                  <a:pt x="228600" y="177800"/>
                </a:cubicBezTo>
                <a:lnTo>
                  <a:pt x="228600" y="76200"/>
                </a:lnTo>
                <a:cubicBezTo>
                  <a:pt x="228600" y="34131"/>
                  <a:pt x="194469" y="0"/>
                  <a:pt x="152400" y="0"/>
                </a:cubicBezTo>
                <a:close/>
                <a:moveTo>
                  <a:pt x="38100" y="146050"/>
                </a:moveTo>
                <a:cubicBezTo>
                  <a:pt x="38100" y="135493"/>
                  <a:pt x="29607" y="127000"/>
                  <a:pt x="19050" y="127000"/>
                </a:cubicBezTo>
                <a:cubicBezTo>
                  <a:pt x="8493" y="127000"/>
                  <a:pt x="0" y="135493"/>
                  <a:pt x="0" y="146050"/>
                </a:cubicBezTo>
                <a:lnTo>
                  <a:pt x="0" y="177800"/>
                </a:lnTo>
                <a:cubicBezTo>
                  <a:pt x="0" y="255508"/>
                  <a:pt x="58182" y="319643"/>
                  <a:pt x="133350" y="329009"/>
                </a:cubicBezTo>
                <a:lnTo>
                  <a:pt x="133350" y="368300"/>
                </a:lnTo>
                <a:lnTo>
                  <a:pt x="95250" y="368300"/>
                </a:lnTo>
                <a:cubicBezTo>
                  <a:pt x="84693" y="368300"/>
                  <a:pt x="76200" y="376793"/>
                  <a:pt x="76200" y="387350"/>
                </a:cubicBezTo>
                <a:cubicBezTo>
                  <a:pt x="76200" y="397907"/>
                  <a:pt x="84693" y="406400"/>
                  <a:pt x="95250" y="406400"/>
                </a:cubicBezTo>
                <a:lnTo>
                  <a:pt x="209550" y="406400"/>
                </a:lnTo>
                <a:cubicBezTo>
                  <a:pt x="220107" y="406400"/>
                  <a:pt x="228600" y="397907"/>
                  <a:pt x="228600" y="387350"/>
                </a:cubicBezTo>
                <a:cubicBezTo>
                  <a:pt x="228600" y="376793"/>
                  <a:pt x="220107" y="368300"/>
                  <a:pt x="209550" y="368300"/>
                </a:cubicBezTo>
                <a:lnTo>
                  <a:pt x="171450" y="368300"/>
                </a:lnTo>
                <a:lnTo>
                  <a:pt x="171450" y="329009"/>
                </a:lnTo>
                <a:cubicBezTo>
                  <a:pt x="246618" y="319643"/>
                  <a:pt x="304800" y="255508"/>
                  <a:pt x="304800" y="177800"/>
                </a:cubicBezTo>
                <a:lnTo>
                  <a:pt x="304800" y="146050"/>
                </a:lnTo>
                <a:cubicBezTo>
                  <a:pt x="304800" y="135493"/>
                  <a:pt x="296307" y="127000"/>
                  <a:pt x="285750" y="127000"/>
                </a:cubicBezTo>
                <a:cubicBezTo>
                  <a:pt x="275193" y="127000"/>
                  <a:pt x="266700" y="135493"/>
                  <a:pt x="266700" y="146050"/>
                </a:cubicBezTo>
                <a:lnTo>
                  <a:pt x="266700" y="177800"/>
                </a:lnTo>
                <a:cubicBezTo>
                  <a:pt x="266700" y="240903"/>
                  <a:pt x="215503" y="292100"/>
                  <a:pt x="152400" y="292100"/>
                </a:cubicBezTo>
                <a:cubicBezTo>
                  <a:pt x="89297" y="292100"/>
                  <a:pt x="38100" y="240903"/>
                  <a:pt x="38100" y="177800"/>
                </a:cubicBezTo>
                <a:lnTo>
                  <a:pt x="38100" y="14605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11239500" y="33655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Speech Recognition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239500" y="38100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Converts spoken language into text: Siri, Alexa, Google Assistant.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207000"/>
            <a:ext cx="7112000" cy="1905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4900" y="5588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04800" y="381000"/>
                </a:lnTo>
                <a:cubicBezTo>
                  <a:pt x="332819" y="381000"/>
                  <a:pt x="355600" y="358219"/>
                  <a:pt x="355600" y="330200"/>
                </a:cubicBezTo>
                <a:lnTo>
                  <a:pt x="355600" y="76200"/>
                </a:lnTo>
                <a:cubicBezTo>
                  <a:pt x="355600" y="48181"/>
                  <a:pt x="332819" y="25400"/>
                  <a:pt x="304800" y="25400"/>
                </a:cubicBezTo>
                <a:lnTo>
                  <a:pt x="50800" y="25400"/>
                </a:lnTo>
                <a:close/>
                <a:moveTo>
                  <a:pt x="101600" y="88900"/>
                </a:moveTo>
                <a:cubicBezTo>
                  <a:pt x="122628" y="88900"/>
                  <a:pt x="139700" y="105972"/>
                  <a:pt x="139700" y="127000"/>
                </a:cubicBezTo>
                <a:cubicBezTo>
                  <a:pt x="139700" y="148028"/>
                  <a:pt x="122628" y="165100"/>
                  <a:pt x="101600" y="165100"/>
                </a:cubicBezTo>
                <a:cubicBezTo>
                  <a:pt x="80572" y="165100"/>
                  <a:pt x="63500" y="148028"/>
                  <a:pt x="63500" y="127000"/>
                </a:cubicBezTo>
                <a:cubicBezTo>
                  <a:pt x="63500" y="105972"/>
                  <a:pt x="80572" y="88900"/>
                  <a:pt x="101600" y="88900"/>
                </a:cubicBezTo>
                <a:close/>
                <a:moveTo>
                  <a:pt x="215900" y="177800"/>
                </a:moveTo>
                <a:cubicBezTo>
                  <a:pt x="222567" y="177800"/>
                  <a:pt x="228679" y="181293"/>
                  <a:pt x="232172" y="186928"/>
                </a:cubicBezTo>
                <a:lnTo>
                  <a:pt x="302022" y="301228"/>
                </a:lnTo>
                <a:cubicBezTo>
                  <a:pt x="305594" y="307102"/>
                  <a:pt x="305753" y="314484"/>
                  <a:pt x="302419" y="320516"/>
                </a:cubicBezTo>
                <a:cubicBezTo>
                  <a:pt x="299085" y="326549"/>
                  <a:pt x="292656" y="330200"/>
                  <a:pt x="285750" y="330200"/>
                </a:cubicBezTo>
                <a:lnTo>
                  <a:pt x="69850" y="330200"/>
                </a:lnTo>
                <a:cubicBezTo>
                  <a:pt x="62786" y="330200"/>
                  <a:pt x="56198" y="326231"/>
                  <a:pt x="52943" y="319961"/>
                </a:cubicBezTo>
                <a:cubicBezTo>
                  <a:pt x="49689" y="313690"/>
                  <a:pt x="50165" y="306070"/>
                  <a:pt x="54213" y="300276"/>
                </a:cubicBezTo>
                <a:lnTo>
                  <a:pt x="98663" y="236776"/>
                </a:lnTo>
                <a:cubicBezTo>
                  <a:pt x="102235" y="231696"/>
                  <a:pt x="108029" y="228679"/>
                  <a:pt x="114300" y="228679"/>
                </a:cubicBezTo>
                <a:cubicBezTo>
                  <a:pt x="120571" y="228679"/>
                  <a:pt x="126365" y="231696"/>
                  <a:pt x="129937" y="236776"/>
                </a:cubicBezTo>
                <a:lnTo>
                  <a:pt x="150892" y="266779"/>
                </a:lnTo>
                <a:lnTo>
                  <a:pt x="199628" y="187008"/>
                </a:lnTo>
                <a:cubicBezTo>
                  <a:pt x="203121" y="181372"/>
                  <a:pt x="209233" y="177879"/>
                  <a:pt x="215900" y="177879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1778000" y="5549900"/>
            <a:ext cx="584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Recognition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78000" y="5969000"/>
            <a:ext cx="584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Identifies objects, scenes, and faces in photographs using machine learning and deep neural networks for improved accuracy.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5207000"/>
            <a:ext cx="7112000" cy="1905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22" name="Shape 20"/>
          <p:cNvSpPr/>
          <p:nvPr/>
        </p:nvSpPr>
        <p:spPr>
          <a:xfrm>
            <a:off x="8699500" y="558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7315" y="93186"/>
                </a:moveTo>
                <a:lnTo>
                  <a:pt x="86598" y="152400"/>
                </a:lnTo>
                <a:lnTo>
                  <a:pt x="319802" y="152400"/>
                </a:lnTo>
                <a:lnTo>
                  <a:pt x="299085" y="93186"/>
                </a:lnTo>
                <a:cubicBezTo>
                  <a:pt x="295513" y="83026"/>
                  <a:pt x="285909" y="76200"/>
                  <a:pt x="275114" y="76200"/>
                </a:cubicBezTo>
                <a:lnTo>
                  <a:pt x="131286" y="76200"/>
                </a:lnTo>
                <a:cubicBezTo>
                  <a:pt x="120491" y="76200"/>
                  <a:pt x="110887" y="83026"/>
                  <a:pt x="107315" y="93186"/>
                </a:cubicBezTo>
                <a:close/>
                <a:moveTo>
                  <a:pt x="31433" y="156210"/>
                </a:moveTo>
                <a:lnTo>
                  <a:pt x="59372" y="76438"/>
                </a:lnTo>
                <a:cubicBezTo>
                  <a:pt x="70088" y="45879"/>
                  <a:pt x="98901" y="25400"/>
                  <a:pt x="131286" y="25400"/>
                </a:cubicBezTo>
                <a:lnTo>
                  <a:pt x="275114" y="25400"/>
                </a:lnTo>
                <a:cubicBezTo>
                  <a:pt x="307499" y="25400"/>
                  <a:pt x="336312" y="45879"/>
                  <a:pt x="347028" y="76438"/>
                </a:cubicBezTo>
                <a:lnTo>
                  <a:pt x="374968" y="156210"/>
                </a:lnTo>
                <a:cubicBezTo>
                  <a:pt x="393383" y="163830"/>
                  <a:pt x="406400" y="182007"/>
                  <a:pt x="406400" y="2032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55600" y="381000"/>
                </a:lnTo>
                <a:cubicBezTo>
                  <a:pt x="341551" y="381000"/>
                  <a:pt x="330200" y="369649"/>
                  <a:pt x="330200" y="355600"/>
                </a:cubicBezTo>
                <a:lnTo>
                  <a:pt x="330200" y="330200"/>
                </a:lnTo>
                <a:lnTo>
                  <a:pt x="76200" y="330200"/>
                </a:lnTo>
                <a:lnTo>
                  <a:pt x="76200" y="355600"/>
                </a:lnTo>
                <a:cubicBezTo>
                  <a:pt x="76200" y="369649"/>
                  <a:pt x="64849" y="381000"/>
                  <a:pt x="508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203200"/>
                </a:lnTo>
                <a:cubicBezTo>
                  <a:pt x="0" y="182007"/>
                  <a:pt x="13017" y="163830"/>
                  <a:pt x="31433" y="156210"/>
                </a:cubicBezTo>
                <a:close/>
                <a:moveTo>
                  <a:pt x="101600" y="241300"/>
                </a:moveTo>
                <a:cubicBezTo>
                  <a:pt x="101600" y="227281"/>
                  <a:pt x="90219" y="215900"/>
                  <a:pt x="76200" y="215900"/>
                </a:cubicBezTo>
                <a:cubicBezTo>
                  <a:pt x="62181" y="215900"/>
                  <a:pt x="50800" y="227281"/>
                  <a:pt x="50800" y="241300"/>
                </a:cubicBezTo>
                <a:cubicBezTo>
                  <a:pt x="50800" y="255319"/>
                  <a:pt x="62181" y="266700"/>
                  <a:pt x="76200" y="266700"/>
                </a:cubicBezTo>
                <a:cubicBezTo>
                  <a:pt x="90219" y="266700"/>
                  <a:pt x="101600" y="255319"/>
                  <a:pt x="101600" y="241300"/>
                </a:cubicBezTo>
                <a:close/>
                <a:moveTo>
                  <a:pt x="330200" y="266700"/>
                </a:moveTo>
                <a:cubicBezTo>
                  <a:pt x="344219" y="266700"/>
                  <a:pt x="355600" y="255319"/>
                  <a:pt x="355600" y="241300"/>
                </a:cubicBezTo>
                <a:cubicBezTo>
                  <a:pt x="355600" y="227281"/>
                  <a:pt x="344219" y="215900"/>
                  <a:pt x="330200" y="215900"/>
                </a:cubicBezTo>
                <a:cubicBezTo>
                  <a:pt x="316181" y="215900"/>
                  <a:pt x="304800" y="227281"/>
                  <a:pt x="304800" y="241300"/>
                </a:cubicBezTo>
                <a:cubicBezTo>
                  <a:pt x="304800" y="255319"/>
                  <a:pt x="316181" y="266700"/>
                  <a:pt x="330200" y="2667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9398000" y="5549900"/>
            <a:ext cx="584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License Plate Recognition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98000" y="5969000"/>
            <a:ext cx="584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Automates vehicle identification for parking management, traffic enforcement, and toll collection systems.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Satellite Systems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889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Satellite systems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artificial satellites orbiting Earth to relay signals for communication, navigation, and observation.</a:t>
            </a:r>
            <a:endParaRPr lang="en-US" sz="1800" dirty="0"/>
          </a:p>
        </p:txBody>
      </p:sp>
      <p:pic>
        <p:nvPicPr>
          <p:cNvPr id="5" name="Image 0" descr="https://kimi-img.moonshot.cn/pub/slides/okc/5tvlgpsu6ygnm/mnt/agents/output/ict-week1/images/4_Smart_City_Night_Aerial_View_Network.png">    </p:cNvPr>
          <p:cNvPicPr>
            <a:picLocks noChangeAspect="1"/>
          </p:cNvPicPr>
          <p:nvPr/>
        </p:nvPicPr>
        <p:blipFill>
          <a:blip r:embed="rId1"/>
          <a:srcRect l="0" r="0" t="10759" b="10759"/>
          <a:stretch/>
        </p:blipFill>
        <p:spPr>
          <a:xfrm>
            <a:off x="10160000" y="1524000"/>
            <a:ext cx="5334000" cy="23495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762000" y="2540000"/>
            <a:ext cx="8890000" cy="1397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7" name="Shape 4"/>
          <p:cNvSpPr/>
          <p:nvPr/>
        </p:nvSpPr>
        <p:spPr>
          <a:xfrm>
            <a:off x="1136650" y="2857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0" y="168414"/>
                </a:moveTo>
                <a:cubicBezTo>
                  <a:pt x="0" y="75367"/>
                  <a:pt x="76795" y="0"/>
                  <a:pt x="171450" y="0"/>
                </a:cubicBezTo>
                <a:cubicBezTo>
                  <a:pt x="266105" y="0"/>
                  <a:pt x="342900" y="75367"/>
                  <a:pt x="342900" y="168414"/>
                </a:cubicBezTo>
                <a:cubicBezTo>
                  <a:pt x="342900" y="274945"/>
                  <a:pt x="235565" y="402640"/>
                  <a:pt x="190738" y="451306"/>
                </a:cubicBezTo>
                <a:cubicBezTo>
                  <a:pt x="180201" y="462736"/>
                  <a:pt x="162610" y="462736"/>
                  <a:pt x="152073" y="451306"/>
                </a:cubicBezTo>
                <a:cubicBezTo>
                  <a:pt x="107246" y="402640"/>
                  <a:pt x="-89" y="274945"/>
                  <a:pt x="-89" y="168414"/>
                </a:cubicBezTo>
                <a:close/>
                <a:moveTo>
                  <a:pt x="171450" y="228600"/>
                </a:moveTo>
                <a:cubicBezTo>
                  <a:pt x="202992" y="228600"/>
                  <a:pt x="228600" y="202992"/>
                  <a:pt x="228600" y="171450"/>
                </a:cubicBezTo>
                <a:cubicBezTo>
                  <a:pt x="228600" y="139908"/>
                  <a:pt x="202992" y="114300"/>
                  <a:pt x="171450" y="114300"/>
                </a:cubicBezTo>
                <a:cubicBezTo>
                  <a:pt x="139908" y="114300"/>
                  <a:pt x="114300" y="139908"/>
                  <a:pt x="114300" y="171450"/>
                </a:cubicBezTo>
                <a:cubicBezTo>
                  <a:pt x="114300" y="202992"/>
                  <a:pt x="139908" y="228600"/>
                  <a:pt x="171450" y="2286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8" name="Text 5"/>
          <p:cNvSpPr/>
          <p:nvPr/>
        </p:nvSpPr>
        <p:spPr>
          <a:xfrm>
            <a:off x="1778000" y="2730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Positioning System (GPS)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78000" y="3149600"/>
            <a:ext cx="749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24 satellites to provide location and time information worldwide for navigation and tracking.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4064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1" name="Shape 8"/>
          <p:cNvSpPr/>
          <p:nvPr/>
        </p:nvSpPr>
        <p:spPr>
          <a:xfrm>
            <a:off x="1079500" y="438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7169" y="0"/>
                </a:moveTo>
                <a:cubicBezTo>
                  <a:pt x="345222" y="0"/>
                  <a:pt x="457200" y="111978"/>
                  <a:pt x="457200" y="250031"/>
                </a:cubicBezTo>
                <a:cubicBezTo>
                  <a:pt x="457200" y="261908"/>
                  <a:pt x="447645" y="271463"/>
                  <a:pt x="435769" y="271463"/>
                </a:cubicBezTo>
                <a:cubicBezTo>
                  <a:pt x="423892" y="271463"/>
                  <a:pt x="414338" y="261908"/>
                  <a:pt x="414338" y="250031"/>
                </a:cubicBezTo>
                <a:cubicBezTo>
                  <a:pt x="414338" y="135642"/>
                  <a:pt x="321558" y="42863"/>
                  <a:pt x="207169" y="42863"/>
                </a:cubicBezTo>
                <a:cubicBezTo>
                  <a:pt x="195292" y="42863"/>
                  <a:pt x="185738" y="33308"/>
                  <a:pt x="185738" y="21431"/>
                </a:cubicBezTo>
                <a:cubicBezTo>
                  <a:pt x="185738" y="9555"/>
                  <a:pt x="195292" y="0"/>
                  <a:pt x="207169" y="0"/>
                </a:cubicBezTo>
                <a:close/>
                <a:moveTo>
                  <a:pt x="185738" y="107156"/>
                </a:moveTo>
                <a:cubicBezTo>
                  <a:pt x="185738" y="95280"/>
                  <a:pt x="195292" y="85725"/>
                  <a:pt x="207169" y="85725"/>
                </a:cubicBezTo>
                <a:cubicBezTo>
                  <a:pt x="297894" y="85725"/>
                  <a:pt x="371475" y="159306"/>
                  <a:pt x="371475" y="250031"/>
                </a:cubicBezTo>
                <a:cubicBezTo>
                  <a:pt x="371475" y="261908"/>
                  <a:pt x="361920" y="271463"/>
                  <a:pt x="350044" y="271463"/>
                </a:cubicBezTo>
                <a:cubicBezTo>
                  <a:pt x="338167" y="271463"/>
                  <a:pt x="328613" y="261908"/>
                  <a:pt x="328613" y="250031"/>
                </a:cubicBezTo>
                <a:cubicBezTo>
                  <a:pt x="328613" y="182969"/>
                  <a:pt x="274231" y="128588"/>
                  <a:pt x="207169" y="128588"/>
                </a:cubicBezTo>
                <a:cubicBezTo>
                  <a:pt x="195292" y="128588"/>
                  <a:pt x="185738" y="119033"/>
                  <a:pt x="185738" y="107156"/>
                </a:cubicBezTo>
                <a:close/>
                <a:moveTo>
                  <a:pt x="23574" y="127427"/>
                </a:moveTo>
                <a:cubicBezTo>
                  <a:pt x="31433" y="111442"/>
                  <a:pt x="52507" y="109657"/>
                  <a:pt x="65097" y="122247"/>
                </a:cubicBezTo>
                <a:lnTo>
                  <a:pt x="179844" y="236994"/>
                </a:lnTo>
                <a:lnTo>
                  <a:pt x="208419" y="208419"/>
                </a:lnTo>
                <a:cubicBezTo>
                  <a:pt x="219581" y="197257"/>
                  <a:pt x="237708" y="197257"/>
                  <a:pt x="248870" y="208419"/>
                </a:cubicBezTo>
                <a:cubicBezTo>
                  <a:pt x="260033" y="219581"/>
                  <a:pt x="260033" y="237708"/>
                  <a:pt x="248870" y="248870"/>
                </a:cubicBezTo>
                <a:lnTo>
                  <a:pt x="220295" y="277445"/>
                </a:lnTo>
                <a:lnTo>
                  <a:pt x="335042" y="392192"/>
                </a:lnTo>
                <a:cubicBezTo>
                  <a:pt x="347633" y="404783"/>
                  <a:pt x="345758" y="425768"/>
                  <a:pt x="329863" y="433715"/>
                </a:cubicBezTo>
                <a:cubicBezTo>
                  <a:pt x="299323" y="448806"/>
                  <a:pt x="265033" y="457289"/>
                  <a:pt x="228689" y="457289"/>
                </a:cubicBezTo>
                <a:cubicBezTo>
                  <a:pt x="102424" y="457289"/>
                  <a:pt x="89" y="354955"/>
                  <a:pt x="89" y="228689"/>
                </a:cubicBezTo>
                <a:cubicBezTo>
                  <a:pt x="89" y="192345"/>
                  <a:pt x="8572" y="157966"/>
                  <a:pt x="23664" y="127516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2" name="Text 9"/>
          <p:cNvSpPr/>
          <p:nvPr/>
        </p:nvSpPr>
        <p:spPr>
          <a:xfrm>
            <a:off x="1778000" y="4254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Satellites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778000" y="46736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TV broadcasting, internet connectivity, and telephone services in remote areas.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382000" y="4064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5" name="Shape 12"/>
          <p:cNvSpPr/>
          <p:nvPr/>
        </p:nvSpPr>
        <p:spPr>
          <a:xfrm>
            <a:off x="8670925" y="4381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405051" y="-13216"/>
                </a:moveTo>
                <a:cubicBezTo>
                  <a:pt x="409426" y="-11430"/>
                  <a:pt x="412641" y="-7501"/>
                  <a:pt x="413534" y="-2858"/>
                </a:cubicBezTo>
                <a:lnTo>
                  <a:pt x="428625" y="71438"/>
                </a:lnTo>
                <a:lnTo>
                  <a:pt x="502920" y="86439"/>
                </a:lnTo>
                <a:cubicBezTo>
                  <a:pt x="507563" y="87422"/>
                  <a:pt x="511403" y="90547"/>
                  <a:pt x="513278" y="94923"/>
                </a:cubicBezTo>
                <a:cubicBezTo>
                  <a:pt x="515154" y="99298"/>
                  <a:pt x="514618" y="104299"/>
                  <a:pt x="512028" y="108228"/>
                </a:cubicBezTo>
                <a:lnTo>
                  <a:pt x="470148" y="171361"/>
                </a:lnTo>
                <a:lnTo>
                  <a:pt x="512028" y="234494"/>
                </a:lnTo>
                <a:cubicBezTo>
                  <a:pt x="514618" y="238423"/>
                  <a:pt x="515154" y="243423"/>
                  <a:pt x="513278" y="247799"/>
                </a:cubicBezTo>
                <a:cubicBezTo>
                  <a:pt x="511403" y="252174"/>
                  <a:pt x="507563" y="255389"/>
                  <a:pt x="502920" y="256282"/>
                </a:cubicBezTo>
                <a:lnTo>
                  <a:pt x="447377" y="267623"/>
                </a:lnTo>
                <a:cubicBezTo>
                  <a:pt x="436751" y="259854"/>
                  <a:pt x="424964" y="253692"/>
                  <a:pt x="412194" y="249406"/>
                </a:cubicBezTo>
                <a:cubicBezTo>
                  <a:pt x="409962" y="238065"/>
                  <a:pt x="406122" y="227350"/>
                  <a:pt x="400854" y="217527"/>
                </a:cubicBezTo>
                <a:cubicBezTo>
                  <a:pt x="409337" y="204222"/>
                  <a:pt x="414338" y="188416"/>
                  <a:pt x="414338" y="171361"/>
                </a:cubicBezTo>
                <a:cubicBezTo>
                  <a:pt x="414338" y="124033"/>
                  <a:pt x="375940" y="85636"/>
                  <a:pt x="328613" y="85636"/>
                </a:cubicBezTo>
                <a:cubicBezTo>
                  <a:pt x="285839" y="85636"/>
                  <a:pt x="250388" y="116979"/>
                  <a:pt x="243959" y="157877"/>
                </a:cubicBezTo>
                <a:cubicBezTo>
                  <a:pt x="220295" y="139750"/>
                  <a:pt x="190827" y="128855"/>
                  <a:pt x="158770" y="128498"/>
                </a:cubicBezTo>
                <a:lnTo>
                  <a:pt x="145286" y="108228"/>
                </a:lnTo>
                <a:cubicBezTo>
                  <a:pt x="142696" y="104299"/>
                  <a:pt x="142161" y="99298"/>
                  <a:pt x="144036" y="94923"/>
                </a:cubicBezTo>
                <a:cubicBezTo>
                  <a:pt x="145911" y="90547"/>
                  <a:pt x="149751" y="87332"/>
                  <a:pt x="154394" y="86439"/>
                </a:cubicBezTo>
                <a:lnTo>
                  <a:pt x="228600" y="71438"/>
                </a:lnTo>
                <a:lnTo>
                  <a:pt x="243602" y="-2857"/>
                </a:lnTo>
                <a:cubicBezTo>
                  <a:pt x="244584" y="-7501"/>
                  <a:pt x="247710" y="-11341"/>
                  <a:pt x="252085" y="-13216"/>
                </a:cubicBezTo>
                <a:cubicBezTo>
                  <a:pt x="256461" y="-15091"/>
                  <a:pt x="261461" y="-14555"/>
                  <a:pt x="265390" y="-11966"/>
                </a:cubicBezTo>
                <a:lnTo>
                  <a:pt x="328613" y="30004"/>
                </a:lnTo>
                <a:lnTo>
                  <a:pt x="391745" y="-11876"/>
                </a:lnTo>
                <a:cubicBezTo>
                  <a:pt x="395674" y="-14466"/>
                  <a:pt x="400675" y="-15002"/>
                  <a:pt x="405051" y="-13127"/>
                </a:cubicBezTo>
                <a:close/>
                <a:moveTo>
                  <a:pt x="371475" y="171450"/>
                </a:moveTo>
                <a:cubicBezTo>
                  <a:pt x="371475" y="174843"/>
                  <a:pt x="371118" y="178147"/>
                  <a:pt x="370314" y="181362"/>
                </a:cubicBezTo>
                <a:cubicBezTo>
                  <a:pt x="350937" y="166181"/>
                  <a:pt x="326559" y="157163"/>
                  <a:pt x="300038" y="157163"/>
                </a:cubicBezTo>
                <a:cubicBezTo>
                  <a:pt x="295930" y="157163"/>
                  <a:pt x="291911" y="157341"/>
                  <a:pt x="287982" y="157788"/>
                </a:cubicBezTo>
                <a:cubicBezTo>
                  <a:pt x="293697" y="140821"/>
                  <a:pt x="309771" y="128588"/>
                  <a:pt x="328613" y="128588"/>
                </a:cubicBezTo>
                <a:cubicBezTo>
                  <a:pt x="352276" y="128588"/>
                  <a:pt x="371475" y="147786"/>
                  <a:pt x="371475" y="171450"/>
                </a:cubicBezTo>
                <a:close/>
                <a:moveTo>
                  <a:pt x="85725" y="457200"/>
                </a:moveTo>
                <a:cubicBezTo>
                  <a:pt x="38398" y="457200"/>
                  <a:pt x="0" y="418802"/>
                  <a:pt x="0" y="371475"/>
                </a:cubicBezTo>
                <a:cubicBezTo>
                  <a:pt x="0" y="333524"/>
                  <a:pt x="24646" y="301288"/>
                  <a:pt x="58847" y="290036"/>
                </a:cubicBezTo>
                <a:cubicBezTo>
                  <a:pt x="57686" y="284053"/>
                  <a:pt x="57150" y="277803"/>
                  <a:pt x="57150" y="271463"/>
                </a:cubicBezTo>
                <a:cubicBezTo>
                  <a:pt x="57150" y="216188"/>
                  <a:pt x="101888" y="171450"/>
                  <a:pt x="157163" y="171450"/>
                </a:cubicBezTo>
                <a:cubicBezTo>
                  <a:pt x="195649" y="171450"/>
                  <a:pt x="229046" y="193149"/>
                  <a:pt x="245745" y="225028"/>
                </a:cubicBezTo>
                <a:cubicBezTo>
                  <a:pt x="258872" y="209758"/>
                  <a:pt x="278338" y="200025"/>
                  <a:pt x="300038" y="200025"/>
                </a:cubicBezTo>
                <a:cubicBezTo>
                  <a:pt x="339507" y="200025"/>
                  <a:pt x="371475" y="231993"/>
                  <a:pt x="371475" y="271463"/>
                </a:cubicBezTo>
                <a:cubicBezTo>
                  <a:pt x="371475" y="276374"/>
                  <a:pt x="370939" y="281107"/>
                  <a:pt x="370046" y="285750"/>
                </a:cubicBezTo>
                <a:cubicBezTo>
                  <a:pt x="370493" y="285750"/>
                  <a:pt x="371029" y="285750"/>
                  <a:pt x="371475" y="285750"/>
                </a:cubicBezTo>
                <a:cubicBezTo>
                  <a:pt x="418802" y="285750"/>
                  <a:pt x="457200" y="324148"/>
                  <a:pt x="457200" y="371475"/>
                </a:cubicBezTo>
                <a:cubicBezTo>
                  <a:pt x="457200" y="418802"/>
                  <a:pt x="418802" y="457200"/>
                  <a:pt x="371475" y="457200"/>
                </a:cubicBezTo>
                <a:lnTo>
                  <a:pt x="85725" y="4572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6" name="Text 13"/>
          <p:cNvSpPr/>
          <p:nvPr/>
        </p:nvSpPr>
        <p:spPr>
          <a:xfrm>
            <a:off x="9398000" y="4254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Weather Satellites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398000" y="46736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atmospheric conditions for forecasting and disaster management.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2000" y="5588000"/>
            <a:ext cx="14732000" cy="1270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9" name="Shape 16"/>
          <p:cNvSpPr/>
          <p:nvPr/>
        </p:nvSpPr>
        <p:spPr>
          <a:xfrm>
            <a:off x="1079500" y="590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9738" y="178326"/>
                </a:moveTo>
                <a:lnTo>
                  <a:pt x="77331" y="205919"/>
                </a:lnTo>
                <a:cubicBezTo>
                  <a:pt x="82689" y="211276"/>
                  <a:pt x="89922" y="214313"/>
                  <a:pt x="97512" y="214313"/>
                </a:cubicBezTo>
                <a:lnTo>
                  <a:pt x="116711" y="214313"/>
                </a:lnTo>
                <a:cubicBezTo>
                  <a:pt x="124301" y="214313"/>
                  <a:pt x="131534" y="217349"/>
                  <a:pt x="136892" y="222706"/>
                </a:cubicBezTo>
                <a:lnTo>
                  <a:pt x="163056" y="248870"/>
                </a:lnTo>
                <a:cubicBezTo>
                  <a:pt x="168414" y="254228"/>
                  <a:pt x="171450" y="261461"/>
                  <a:pt x="171450" y="269051"/>
                </a:cubicBezTo>
                <a:lnTo>
                  <a:pt x="171450" y="302538"/>
                </a:lnTo>
                <a:cubicBezTo>
                  <a:pt x="171450" y="310128"/>
                  <a:pt x="174486" y="317361"/>
                  <a:pt x="179844" y="322719"/>
                </a:cubicBezTo>
                <a:lnTo>
                  <a:pt x="191720" y="334595"/>
                </a:lnTo>
                <a:cubicBezTo>
                  <a:pt x="197078" y="339953"/>
                  <a:pt x="200114" y="347186"/>
                  <a:pt x="200114" y="354776"/>
                </a:cubicBezTo>
                <a:lnTo>
                  <a:pt x="200114" y="371475"/>
                </a:lnTo>
                <a:cubicBezTo>
                  <a:pt x="200114" y="387281"/>
                  <a:pt x="212884" y="400050"/>
                  <a:pt x="228689" y="400050"/>
                </a:cubicBezTo>
                <a:cubicBezTo>
                  <a:pt x="244495" y="400050"/>
                  <a:pt x="257264" y="387281"/>
                  <a:pt x="257264" y="371475"/>
                </a:cubicBezTo>
                <a:lnTo>
                  <a:pt x="257264" y="369064"/>
                </a:lnTo>
                <a:cubicBezTo>
                  <a:pt x="257264" y="361474"/>
                  <a:pt x="260300" y="354241"/>
                  <a:pt x="265658" y="348883"/>
                </a:cubicBezTo>
                <a:lnTo>
                  <a:pt x="306110" y="308431"/>
                </a:lnTo>
                <a:cubicBezTo>
                  <a:pt x="311468" y="303074"/>
                  <a:pt x="314504" y="295841"/>
                  <a:pt x="314504" y="288250"/>
                </a:cubicBezTo>
                <a:lnTo>
                  <a:pt x="314504" y="257264"/>
                </a:lnTo>
                <a:cubicBezTo>
                  <a:pt x="314504" y="241459"/>
                  <a:pt x="301734" y="228689"/>
                  <a:pt x="285929" y="228689"/>
                </a:cubicBezTo>
                <a:lnTo>
                  <a:pt x="212080" y="228689"/>
                </a:lnTo>
                <a:cubicBezTo>
                  <a:pt x="204490" y="228689"/>
                  <a:pt x="197257" y="225653"/>
                  <a:pt x="191899" y="220295"/>
                </a:cubicBezTo>
                <a:lnTo>
                  <a:pt x="177611" y="206008"/>
                </a:lnTo>
                <a:cubicBezTo>
                  <a:pt x="173861" y="202257"/>
                  <a:pt x="171718" y="197078"/>
                  <a:pt x="171718" y="191720"/>
                </a:cubicBezTo>
                <a:cubicBezTo>
                  <a:pt x="171718" y="180558"/>
                  <a:pt x="180737" y="171539"/>
                  <a:pt x="191899" y="171539"/>
                </a:cubicBezTo>
                <a:lnTo>
                  <a:pt x="222885" y="171539"/>
                </a:lnTo>
                <a:cubicBezTo>
                  <a:pt x="234047" y="171539"/>
                  <a:pt x="243066" y="162520"/>
                  <a:pt x="243066" y="151358"/>
                </a:cubicBezTo>
                <a:cubicBezTo>
                  <a:pt x="243066" y="146000"/>
                  <a:pt x="240923" y="140821"/>
                  <a:pt x="237173" y="137071"/>
                </a:cubicBezTo>
                <a:lnTo>
                  <a:pt x="219581" y="119479"/>
                </a:lnTo>
                <a:cubicBezTo>
                  <a:pt x="216098" y="116086"/>
                  <a:pt x="214313" y="111710"/>
                  <a:pt x="214313" y="107156"/>
                </a:cubicBezTo>
                <a:cubicBezTo>
                  <a:pt x="214313" y="102602"/>
                  <a:pt x="216098" y="98227"/>
                  <a:pt x="219402" y="94923"/>
                </a:cubicBezTo>
                <a:lnTo>
                  <a:pt x="234851" y="79474"/>
                </a:lnTo>
                <a:cubicBezTo>
                  <a:pt x="240030" y="74295"/>
                  <a:pt x="242977" y="67241"/>
                  <a:pt x="242977" y="59918"/>
                </a:cubicBezTo>
                <a:cubicBezTo>
                  <a:pt x="242977" y="53489"/>
                  <a:pt x="240834" y="47685"/>
                  <a:pt x="237262" y="43041"/>
                </a:cubicBezTo>
                <a:cubicBezTo>
                  <a:pt x="234404" y="42952"/>
                  <a:pt x="231547" y="42862"/>
                  <a:pt x="228689" y="42862"/>
                </a:cubicBezTo>
                <a:cubicBezTo>
                  <a:pt x="143500" y="42862"/>
                  <a:pt x="71795" y="100191"/>
                  <a:pt x="49828" y="178326"/>
                </a:cubicBezTo>
                <a:close/>
                <a:moveTo>
                  <a:pt x="414338" y="228600"/>
                </a:moveTo>
                <a:cubicBezTo>
                  <a:pt x="414338" y="197703"/>
                  <a:pt x="406837" y="168593"/>
                  <a:pt x="393442" y="143054"/>
                </a:cubicBezTo>
                <a:cubicBezTo>
                  <a:pt x="387727" y="143857"/>
                  <a:pt x="382101" y="146536"/>
                  <a:pt x="377458" y="151180"/>
                </a:cubicBezTo>
                <a:lnTo>
                  <a:pt x="365492" y="163145"/>
                </a:lnTo>
                <a:cubicBezTo>
                  <a:pt x="360134" y="168503"/>
                  <a:pt x="357098" y="175736"/>
                  <a:pt x="357098" y="183326"/>
                </a:cubicBezTo>
                <a:lnTo>
                  <a:pt x="357098" y="214313"/>
                </a:lnTo>
                <a:cubicBezTo>
                  <a:pt x="357098" y="230118"/>
                  <a:pt x="369868" y="242888"/>
                  <a:pt x="385673" y="242888"/>
                </a:cubicBezTo>
                <a:lnTo>
                  <a:pt x="407194" y="242888"/>
                </a:lnTo>
                <a:cubicBezTo>
                  <a:pt x="409426" y="242888"/>
                  <a:pt x="411659" y="242620"/>
                  <a:pt x="413712" y="242173"/>
                </a:cubicBezTo>
                <a:cubicBezTo>
                  <a:pt x="414070" y="237708"/>
                  <a:pt x="414159" y="233154"/>
                  <a:pt x="414159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1778000" y="5778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Navigation Satellite Systems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778000" y="6197600"/>
            <a:ext cx="1333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 (USA), GLONASS (Russia), Galileo (EU), and BeiDou (China) power mapping services, fleet tracking, and autonomous vehicles.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Lect. 1 —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4572000" cy="1905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841500"/>
            <a:ext cx="63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2349500"/>
            <a:ext cx="406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ICT permeates every aspect of modern life through diverse computer-based systems.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42000" y="1651000"/>
            <a:ext cx="4572000" cy="1905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0" y="18415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0" y="2349500"/>
            <a:ext cx="406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School management, booking, and banking systems streamline services across sectors.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22000" y="1651000"/>
            <a:ext cx="4572000" cy="1905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1" name="Text 9"/>
          <p:cNvSpPr/>
          <p:nvPr/>
        </p:nvSpPr>
        <p:spPr>
          <a:xfrm>
            <a:off x="11176000" y="18415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76000" y="2349500"/>
            <a:ext cx="406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Healthcare benefits from information systems and 3D printing technologies.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937000"/>
            <a:ext cx="4572000" cy="1905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41275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4635500"/>
            <a:ext cx="406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Expert systems replicate human expertise for consistent decision-making.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42000" y="3937000"/>
            <a:ext cx="4572000" cy="1905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7" name="Text 15"/>
          <p:cNvSpPr/>
          <p:nvPr/>
        </p:nvSpPr>
        <p:spPr>
          <a:xfrm>
            <a:off x="6096000" y="41275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0" y="4635500"/>
            <a:ext cx="406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Retail, recognition, and satellite systems demonstrate the breadth of ICT.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922000" y="3937000"/>
            <a:ext cx="4572000" cy="1905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11176000" y="4127500"/>
            <a:ext cx="76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76000" y="4635500"/>
            <a:ext cx="406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these applications provides the foundation for exploring the technology behind them.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350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E8F4F4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6500" y="6604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290612" y="381000"/>
                </a:moveTo>
                <a:cubicBezTo>
                  <a:pt x="297855" y="358874"/>
                  <a:pt x="312341" y="338832"/>
                  <a:pt x="328712" y="321568"/>
                </a:cubicBezTo>
                <a:cubicBezTo>
                  <a:pt x="361156" y="287437"/>
                  <a:pt x="381000" y="241300"/>
                  <a:pt x="381000" y="190500"/>
                </a:cubicBezTo>
                <a:cubicBezTo>
                  <a:pt x="381000" y="85328"/>
                  <a:pt x="295672" y="0"/>
                  <a:pt x="190500" y="0"/>
                </a:cubicBezTo>
                <a:cubicBezTo>
                  <a:pt x="85328" y="0"/>
                  <a:pt x="0" y="85328"/>
                  <a:pt x="0" y="190500"/>
                </a:cubicBezTo>
                <a:cubicBezTo>
                  <a:pt x="0" y="241300"/>
                  <a:pt x="19844" y="287437"/>
                  <a:pt x="52288" y="321568"/>
                </a:cubicBezTo>
                <a:cubicBezTo>
                  <a:pt x="68659" y="338832"/>
                  <a:pt x="83245" y="358874"/>
                  <a:pt x="90388" y="381000"/>
                </a:cubicBezTo>
                <a:lnTo>
                  <a:pt x="290513" y="381000"/>
                </a:lnTo>
                <a:close/>
                <a:moveTo>
                  <a:pt x="285750" y="428625"/>
                </a:moveTo>
                <a:lnTo>
                  <a:pt x="95250" y="428625"/>
                </a:lnTo>
                <a:lnTo>
                  <a:pt x="95250" y="444500"/>
                </a:lnTo>
                <a:cubicBezTo>
                  <a:pt x="95250" y="488355"/>
                  <a:pt x="130770" y="523875"/>
                  <a:pt x="174625" y="523875"/>
                </a:cubicBezTo>
                <a:lnTo>
                  <a:pt x="206375" y="523875"/>
                </a:lnTo>
                <a:cubicBezTo>
                  <a:pt x="250230" y="523875"/>
                  <a:pt x="285750" y="488355"/>
                  <a:pt x="285750" y="444500"/>
                </a:cubicBezTo>
                <a:lnTo>
                  <a:pt x="285750" y="428625"/>
                </a:lnTo>
                <a:close/>
                <a:moveTo>
                  <a:pt x="182563" y="111125"/>
                </a:moveTo>
                <a:cubicBezTo>
                  <a:pt x="143073" y="111125"/>
                  <a:pt x="111125" y="143073"/>
                  <a:pt x="111125" y="182563"/>
                </a:cubicBezTo>
                <a:cubicBezTo>
                  <a:pt x="111125" y="195759"/>
                  <a:pt x="100509" y="206375"/>
                  <a:pt x="87313" y="206375"/>
                </a:cubicBezTo>
                <a:cubicBezTo>
                  <a:pt x="74116" y="206375"/>
                  <a:pt x="63500" y="195759"/>
                  <a:pt x="63500" y="182563"/>
                </a:cubicBezTo>
                <a:cubicBezTo>
                  <a:pt x="63500" y="116780"/>
                  <a:pt x="116780" y="63500"/>
                  <a:pt x="182563" y="63500"/>
                </a:cubicBezTo>
                <a:cubicBezTo>
                  <a:pt x="195759" y="63500"/>
                  <a:pt x="206375" y="74116"/>
                  <a:pt x="206375" y="87313"/>
                </a:cubicBezTo>
                <a:cubicBezTo>
                  <a:pt x="206375" y="100509"/>
                  <a:pt x="195759" y="111125"/>
                  <a:pt x="182563" y="11112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1905000" y="6540500"/>
            <a:ext cx="132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Next: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Lect. 2 explores the main components of computer systems — the technology that powers these applications.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tvlgpsu6ygnm/mnt/agents/output/ict-week1/images/3_System_Hardware_Component_Motherboard.png">    </p:cNvPr>
          <p:cNvPicPr>
            <a:picLocks noChangeAspect="1"/>
          </p:cNvPicPr>
          <p:nvPr/>
        </p:nvPicPr>
        <p:blipFill>
          <a:blip r:embed="rId1"/>
          <a:srcRect l="0" r="0" t="5969" b="596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C1E">
                  <a:alpha val="94000"/>
                </a:srgbClr>
              </a:gs>
              <a:gs pos="50000">
                <a:srgbClr val="1C1C1E">
                  <a:alpha val="75000"/>
                </a:srgbClr>
              </a:gs>
              <a:gs pos="100000">
                <a:srgbClr val="1C1C1E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890000" y="1524000"/>
            <a:ext cx="6604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0" dirty="0">
                <a:solidFill>
                  <a:srgbClr val="FFFFFF">
                    <a:alpha val="8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556000"/>
            <a:ext cx="762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810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200" kern="0" dirty="0">
                <a:solidFill>
                  <a:srgbClr val="FFFFFF">
                    <a:alpha val="6902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16000" y="4254500"/>
            <a:ext cx="889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Main Components of Computer Systems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016000" y="5588000"/>
            <a:ext cx="762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the building blocks of modern computing — from hardware to software to communication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16000" y="8128000"/>
            <a:ext cx="3810000" cy="25400"/>
          </a:xfrm>
          <a:prstGeom prst="rect">
            <a:avLst/>
          </a:prstGeom>
          <a:solidFill>
            <a:srgbClr val="0D7377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Physical Components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physical components (hardware)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a computer system are the tangible parts. A computer consists of four main hardware categories: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2794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63500" y="63500"/>
                </a:moveTo>
                <a:cubicBezTo>
                  <a:pt x="28476" y="63500"/>
                  <a:pt x="0" y="91976"/>
                  <a:pt x="0" y="127000"/>
                </a:cubicBezTo>
                <a:lnTo>
                  <a:pt x="0" y="381000"/>
                </a:lnTo>
                <a:cubicBezTo>
                  <a:pt x="0" y="416024"/>
                  <a:pt x="28476" y="444500"/>
                  <a:pt x="63500" y="444500"/>
                </a:cubicBezTo>
                <a:lnTo>
                  <a:pt x="508000" y="444500"/>
                </a:lnTo>
                <a:cubicBezTo>
                  <a:pt x="543024" y="444500"/>
                  <a:pt x="571500" y="416024"/>
                  <a:pt x="571500" y="381000"/>
                </a:cubicBezTo>
                <a:lnTo>
                  <a:pt x="571500" y="127000"/>
                </a:lnTo>
                <a:cubicBezTo>
                  <a:pt x="571500" y="91976"/>
                  <a:pt x="543024" y="63500"/>
                  <a:pt x="508000" y="63500"/>
                </a:cubicBezTo>
                <a:lnTo>
                  <a:pt x="63500" y="63500"/>
                </a:lnTo>
                <a:close/>
                <a:moveTo>
                  <a:pt x="79375" y="127000"/>
                </a:moveTo>
                <a:lnTo>
                  <a:pt x="111125" y="127000"/>
                </a:lnTo>
                <a:cubicBezTo>
                  <a:pt x="119856" y="127000"/>
                  <a:pt x="127000" y="134144"/>
                  <a:pt x="127000" y="142875"/>
                </a:cubicBezTo>
                <a:lnTo>
                  <a:pt x="127000" y="174625"/>
                </a:lnTo>
                <a:cubicBezTo>
                  <a:pt x="127000" y="183356"/>
                  <a:pt x="119856" y="190500"/>
                  <a:pt x="111125" y="190500"/>
                </a:cubicBezTo>
                <a:lnTo>
                  <a:pt x="79375" y="190500"/>
                </a:lnTo>
                <a:cubicBezTo>
                  <a:pt x="70644" y="190500"/>
                  <a:pt x="63500" y="183356"/>
                  <a:pt x="63500" y="174625"/>
                </a:cubicBezTo>
                <a:lnTo>
                  <a:pt x="63500" y="142875"/>
                </a:lnTo>
                <a:cubicBezTo>
                  <a:pt x="63500" y="134144"/>
                  <a:pt x="70644" y="127000"/>
                  <a:pt x="79375" y="127000"/>
                </a:cubicBezTo>
                <a:close/>
                <a:moveTo>
                  <a:pt x="63500" y="238125"/>
                </a:moveTo>
                <a:cubicBezTo>
                  <a:pt x="63500" y="229394"/>
                  <a:pt x="70644" y="222250"/>
                  <a:pt x="79375" y="222250"/>
                </a:cubicBezTo>
                <a:lnTo>
                  <a:pt x="111125" y="222250"/>
                </a:lnTo>
                <a:cubicBezTo>
                  <a:pt x="119856" y="222250"/>
                  <a:pt x="127000" y="229394"/>
                  <a:pt x="127000" y="238125"/>
                </a:cubicBezTo>
                <a:lnTo>
                  <a:pt x="127000" y="269875"/>
                </a:lnTo>
                <a:cubicBezTo>
                  <a:pt x="127000" y="278606"/>
                  <a:pt x="119856" y="285750"/>
                  <a:pt x="111125" y="285750"/>
                </a:cubicBezTo>
                <a:lnTo>
                  <a:pt x="79375" y="285750"/>
                </a:lnTo>
                <a:cubicBezTo>
                  <a:pt x="70644" y="285750"/>
                  <a:pt x="63500" y="278606"/>
                  <a:pt x="63500" y="269875"/>
                </a:cubicBezTo>
                <a:lnTo>
                  <a:pt x="63500" y="238125"/>
                </a:lnTo>
                <a:close/>
                <a:moveTo>
                  <a:pt x="174625" y="127000"/>
                </a:moveTo>
                <a:lnTo>
                  <a:pt x="206375" y="127000"/>
                </a:lnTo>
                <a:cubicBezTo>
                  <a:pt x="215106" y="127000"/>
                  <a:pt x="222250" y="134144"/>
                  <a:pt x="222250" y="142875"/>
                </a:cubicBezTo>
                <a:lnTo>
                  <a:pt x="222250" y="174625"/>
                </a:lnTo>
                <a:cubicBezTo>
                  <a:pt x="222250" y="183356"/>
                  <a:pt x="215106" y="190500"/>
                  <a:pt x="206375" y="190500"/>
                </a:cubicBezTo>
                <a:lnTo>
                  <a:pt x="174625" y="190500"/>
                </a:lnTo>
                <a:cubicBezTo>
                  <a:pt x="165894" y="190500"/>
                  <a:pt x="158750" y="183356"/>
                  <a:pt x="158750" y="174625"/>
                </a:cubicBezTo>
                <a:lnTo>
                  <a:pt x="158750" y="142875"/>
                </a:lnTo>
                <a:cubicBezTo>
                  <a:pt x="158750" y="134144"/>
                  <a:pt x="165894" y="127000"/>
                  <a:pt x="174625" y="127000"/>
                </a:cubicBezTo>
                <a:close/>
                <a:moveTo>
                  <a:pt x="158750" y="238125"/>
                </a:moveTo>
                <a:cubicBezTo>
                  <a:pt x="158750" y="229394"/>
                  <a:pt x="165894" y="222250"/>
                  <a:pt x="174625" y="222250"/>
                </a:cubicBezTo>
                <a:lnTo>
                  <a:pt x="206375" y="222250"/>
                </a:lnTo>
                <a:cubicBezTo>
                  <a:pt x="215106" y="222250"/>
                  <a:pt x="222250" y="229394"/>
                  <a:pt x="222250" y="238125"/>
                </a:cubicBezTo>
                <a:lnTo>
                  <a:pt x="222250" y="269875"/>
                </a:lnTo>
                <a:cubicBezTo>
                  <a:pt x="222250" y="278606"/>
                  <a:pt x="215106" y="285750"/>
                  <a:pt x="206375" y="285750"/>
                </a:cubicBezTo>
                <a:lnTo>
                  <a:pt x="174625" y="285750"/>
                </a:lnTo>
                <a:cubicBezTo>
                  <a:pt x="165894" y="285750"/>
                  <a:pt x="158750" y="278606"/>
                  <a:pt x="158750" y="269875"/>
                </a:cubicBezTo>
                <a:lnTo>
                  <a:pt x="158750" y="238125"/>
                </a:lnTo>
                <a:close/>
                <a:moveTo>
                  <a:pt x="174625" y="317500"/>
                </a:moveTo>
                <a:lnTo>
                  <a:pt x="396875" y="317500"/>
                </a:lnTo>
                <a:cubicBezTo>
                  <a:pt x="405606" y="317500"/>
                  <a:pt x="412750" y="324644"/>
                  <a:pt x="412750" y="333375"/>
                </a:cubicBezTo>
                <a:lnTo>
                  <a:pt x="412750" y="365125"/>
                </a:lnTo>
                <a:cubicBezTo>
                  <a:pt x="412750" y="373856"/>
                  <a:pt x="405606" y="381000"/>
                  <a:pt x="396875" y="381000"/>
                </a:cubicBezTo>
                <a:lnTo>
                  <a:pt x="174625" y="381000"/>
                </a:lnTo>
                <a:cubicBezTo>
                  <a:pt x="165894" y="381000"/>
                  <a:pt x="158750" y="373856"/>
                  <a:pt x="158750" y="365125"/>
                </a:cubicBezTo>
                <a:lnTo>
                  <a:pt x="158750" y="333375"/>
                </a:lnTo>
                <a:cubicBezTo>
                  <a:pt x="158750" y="324644"/>
                  <a:pt x="165894" y="317500"/>
                  <a:pt x="174625" y="317500"/>
                </a:cubicBezTo>
                <a:close/>
                <a:moveTo>
                  <a:pt x="254000" y="142875"/>
                </a:moveTo>
                <a:cubicBezTo>
                  <a:pt x="254000" y="134144"/>
                  <a:pt x="261144" y="127000"/>
                  <a:pt x="269875" y="127000"/>
                </a:cubicBezTo>
                <a:lnTo>
                  <a:pt x="301625" y="127000"/>
                </a:lnTo>
                <a:cubicBezTo>
                  <a:pt x="310356" y="127000"/>
                  <a:pt x="317500" y="134144"/>
                  <a:pt x="317500" y="142875"/>
                </a:cubicBezTo>
                <a:lnTo>
                  <a:pt x="317500" y="174625"/>
                </a:lnTo>
                <a:cubicBezTo>
                  <a:pt x="317500" y="183356"/>
                  <a:pt x="310356" y="190500"/>
                  <a:pt x="301625" y="190500"/>
                </a:cubicBezTo>
                <a:lnTo>
                  <a:pt x="269875" y="190500"/>
                </a:lnTo>
                <a:cubicBezTo>
                  <a:pt x="261144" y="190500"/>
                  <a:pt x="254000" y="183356"/>
                  <a:pt x="254000" y="174625"/>
                </a:cubicBezTo>
                <a:lnTo>
                  <a:pt x="254000" y="142875"/>
                </a:lnTo>
                <a:close/>
                <a:moveTo>
                  <a:pt x="269875" y="222250"/>
                </a:moveTo>
                <a:lnTo>
                  <a:pt x="301625" y="222250"/>
                </a:lnTo>
                <a:cubicBezTo>
                  <a:pt x="310356" y="222250"/>
                  <a:pt x="317500" y="229394"/>
                  <a:pt x="317500" y="238125"/>
                </a:cubicBezTo>
                <a:lnTo>
                  <a:pt x="317500" y="269875"/>
                </a:lnTo>
                <a:cubicBezTo>
                  <a:pt x="317500" y="278606"/>
                  <a:pt x="310356" y="285750"/>
                  <a:pt x="301625" y="285750"/>
                </a:cubicBezTo>
                <a:lnTo>
                  <a:pt x="269875" y="285750"/>
                </a:lnTo>
                <a:cubicBezTo>
                  <a:pt x="261144" y="285750"/>
                  <a:pt x="254000" y="278606"/>
                  <a:pt x="254000" y="269875"/>
                </a:cubicBezTo>
                <a:lnTo>
                  <a:pt x="254000" y="238125"/>
                </a:lnTo>
                <a:cubicBezTo>
                  <a:pt x="254000" y="229394"/>
                  <a:pt x="261144" y="222250"/>
                  <a:pt x="269875" y="222250"/>
                </a:cubicBezTo>
                <a:close/>
                <a:moveTo>
                  <a:pt x="349250" y="142875"/>
                </a:moveTo>
                <a:cubicBezTo>
                  <a:pt x="349250" y="134144"/>
                  <a:pt x="356394" y="127000"/>
                  <a:pt x="365125" y="127000"/>
                </a:cubicBezTo>
                <a:lnTo>
                  <a:pt x="396875" y="127000"/>
                </a:lnTo>
                <a:cubicBezTo>
                  <a:pt x="405606" y="127000"/>
                  <a:pt x="412750" y="134144"/>
                  <a:pt x="412750" y="142875"/>
                </a:cubicBezTo>
                <a:lnTo>
                  <a:pt x="412750" y="174625"/>
                </a:lnTo>
                <a:cubicBezTo>
                  <a:pt x="412750" y="183356"/>
                  <a:pt x="405606" y="190500"/>
                  <a:pt x="396875" y="190500"/>
                </a:cubicBezTo>
                <a:lnTo>
                  <a:pt x="365125" y="190500"/>
                </a:lnTo>
                <a:cubicBezTo>
                  <a:pt x="356394" y="190500"/>
                  <a:pt x="349250" y="183356"/>
                  <a:pt x="349250" y="174625"/>
                </a:cubicBezTo>
                <a:lnTo>
                  <a:pt x="349250" y="142875"/>
                </a:lnTo>
                <a:close/>
                <a:moveTo>
                  <a:pt x="365125" y="222250"/>
                </a:moveTo>
                <a:lnTo>
                  <a:pt x="396875" y="222250"/>
                </a:lnTo>
                <a:cubicBezTo>
                  <a:pt x="405606" y="222250"/>
                  <a:pt x="412750" y="229394"/>
                  <a:pt x="412750" y="238125"/>
                </a:cubicBezTo>
                <a:lnTo>
                  <a:pt x="412750" y="269875"/>
                </a:lnTo>
                <a:cubicBezTo>
                  <a:pt x="412750" y="278606"/>
                  <a:pt x="405606" y="285750"/>
                  <a:pt x="396875" y="285750"/>
                </a:cubicBezTo>
                <a:lnTo>
                  <a:pt x="365125" y="285750"/>
                </a:lnTo>
                <a:cubicBezTo>
                  <a:pt x="356394" y="285750"/>
                  <a:pt x="349250" y="278606"/>
                  <a:pt x="349250" y="269875"/>
                </a:cubicBezTo>
                <a:lnTo>
                  <a:pt x="349250" y="238125"/>
                </a:lnTo>
                <a:cubicBezTo>
                  <a:pt x="349250" y="229394"/>
                  <a:pt x="356394" y="222250"/>
                  <a:pt x="365125" y="222250"/>
                </a:cubicBezTo>
                <a:close/>
                <a:moveTo>
                  <a:pt x="444500" y="142875"/>
                </a:moveTo>
                <a:cubicBezTo>
                  <a:pt x="444500" y="134144"/>
                  <a:pt x="451644" y="127000"/>
                  <a:pt x="460375" y="127000"/>
                </a:cubicBezTo>
                <a:lnTo>
                  <a:pt x="492125" y="127000"/>
                </a:lnTo>
                <a:cubicBezTo>
                  <a:pt x="500856" y="127000"/>
                  <a:pt x="508000" y="134144"/>
                  <a:pt x="508000" y="142875"/>
                </a:cubicBezTo>
                <a:lnTo>
                  <a:pt x="508000" y="174625"/>
                </a:lnTo>
                <a:cubicBezTo>
                  <a:pt x="508000" y="183356"/>
                  <a:pt x="500856" y="190500"/>
                  <a:pt x="492125" y="190500"/>
                </a:cubicBezTo>
                <a:lnTo>
                  <a:pt x="460375" y="190500"/>
                </a:lnTo>
                <a:cubicBezTo>
                  <a:pt x="451644" y="190500"/>
                  <a:pt x="444500" y="183356"/>
                  <a:pt x="444500" y="174625"/>
                </a:cubicBezTo>
                <a:lnTo>
                  <a:pt x="444500" y="142875"/>
                </a:lnTo>
                <a:close/>
                <a:moveTo>
                  <a:pt x="460375" y="222250"/>
                </a:moveTo>
                <a:lnTo>
                  <a:pt x="492125" y="222250"/>
                </a:lnTo>
                <a:cubicBezTo>
                  <a:pt x="500856" y="222250"/>
                  <a:pt x="508000" y="229394"/>
                  <a:pt x="508000" y="238125"/>
                </a:cubicBezTo>
                <a:lnTo>
                  <a:pt x="508000" y="269875"/>
                </a:lnTo>
                <a:cubicBezTo>
                  <a:pt x="508000" y="278606"/>
                  <a:pt x="500856" y="285750"/>
                  <a:pt x="492125" y="285750"/>
                </a:cubicBezTo>
                <a:lnTo>
                  <a:pt x="460375" y="285750"/>
                </a:lnTo>
                <a:cubicBezTo>
                  <a:pt x="451644" y="285750"/>
                  <a:pt x="444500" y="278606"/>
                  <a:pt x="444500" y="269875"/>
                </a:cubicBezTo>
                <a:lnTo>
                  <a:pt x="444500" y="238125"/>
                </a:lnTo>
                <a:cubicBezTo>
                  <a:pt x="444500" y="229394"/>
                  <a:pt x="451644" y="222250"/>
                  <a:pt x="460375" y="22225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34925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Devices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937000"/>
            <a:ext cx="279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 user actions and data into electronic signals the computer can process.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 keyboard, mouse, scanner, microphone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21200" y="25400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4838700" y="279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4500" y="95250"/>
                </a:moveTo>
                <a:lnTo>
                  <a:pt x="444500" y="349250"/>
                </a:lnTo>
                <a:lnTo>
                  <a:pt x="63500" y="349250"/>
                </a:lnTo>
                <a:lnTo>
                  <a:pt x="63500" y="95250"/>
                </a:lnTo>
                <a:lnTo>
                  <a:pt x="444500" y="95250"/>
                </a:lnTo>
                <a:close/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349250"/>
                </a:lnTo>
                <a:cubicBezTo>
                  <a:pt x="0" y="384274"/>
                  <a:pt x="28476" y="412750"/>
                  <a:pt x="63500" y="412750"/>
                </a:cubicBezTo>
                <a:lnTo>
                  <a:pt x="206375" y="412750"/>
                </a:lnTo>
                <a:lnTo>
                  <a:pt x="190500" y="460375"/>
                </a:lnTo>
                <a:lnTo>
                  <a:pt x="119063" y="460375"/>
                </a:lnTo>
                <a:cubicBezTo>
                  <a:pt x="105866" y="460375"/>
                  <a:pt x="95250" y="470991"/>
                  <a:pt x="95250" y="484187"/>
                </a:cubicBezTo>
                <a:cubicBezTo>
                  <a:pt x="95250" y="497384"/>
                  <a:pt x="105866" y="508000"/>
                  <a:pt x="119063" y="508000"/>
                </a:cubicBezTo>
                <a:lnTo>
                  <a:pt x="388938" y="508000"/>
                </a:lnTo>
                <a:cubicBezTo>
                  <a:pt x="402134" y="508000"/>
                  <a:pt x="412750" y="497384"/>
                  <a:pt x="412750" y="484187"/>
                </a:cubicBezTo>
                <a:cubicBezTo>
                  <a:pt x="412750" y="470991"/>
                  <a:pt x="402134" y="460375"/>
                  <a:pt x="388938" y="460375"/>
                </a:cubicBezTo>
                <a:lnTo>
                  <a:pt x="317500" y="460375"/>
                </a:lnTo>
                <a:lnTo>
                  <a:pt x="301625" y="412750"/>
                </a:lnTo>
                <a:lnTo>
                  <a:pt x="444500" y="412750"/>
                </a:lnTo>
                <a:cubicBezTo>
                  <a:pt x="479524" y="412750"/>
                  <a:pt x="508000" y="384274"/>
                  <a:pt x="508000" y="349250"/>
                </a:cubicBezTo>
                <a:lnTo>
                  <a:pt x="508000" y="95250"/>
                </a:lnTo>
                <a:cubicBezTo>
                  <a:pt x="508000" y="60226"/>
                  <a:pt x="479524" y="31750"/>
                  <a:pt x="444500" y="31750"/>
                </a:cubicBezTo>
                <a:lnTo>
                  <a:pt x="63500" y="3175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4838700" y="34925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Devices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38700" y="3937000"/>
            <a:ext cx="279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 processed information to users in visual, audio, or printed form.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 monitor, printer, speakers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93100" y="25400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8642350" y="2794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258068"/>
                </a:lnTo>
                <a:cubicBezTo>
                  <a:pt x="17959" y="245467"/>
                  <a:pt x="39886" y="238125"/>
                  <a:pt x="63500" y="238125"/>
                </a:cubicBezTo>
                <a:lnTo>
                  <a:pt x="381000" y="238125"/>
                </a:lnTo>
                <a:cubicBezTo>
                  <a:pt x="404614" y="238125"/>
                  <a:pt x="426541" y="245467"/>
                  <a:pt x="444500" y="258068"/>
                </a:cubicBezTo>
                <a:lnTo>
                  <a:pt x="444500" y="95250"/>
                </a:lnTo>
                <a:cubicBezTo>
                  <a:pt x="444500" y="60226"/>
                  <a:pt x="416024" y="31750"/>
                  <a:pt x="381000" y="31750"/>
                </a:cubicBezTo>
                <a:lnTo>
                  <a:pt x="63500" y="31750"/>
                </a:lnTo>
                <a:close/>
                <a:moveTo>
                  <a:pt x="444500" y="349250"/>
                </a:moveTo>
                <a:cubicBezTo>
                  <a:pt x="444500" y="314226"/>
                  <a:pt x="416024" y="285750"/>
                  <a:pt x="381000" y="285750"/>
                </a:cubicBezTo>
                <a:lnTo>
                  <a:pt x="63500" y="285750"/>
                </a:lnTo>
                <a:cubicBezTo>
                  <a:pt x="28476" y="285750"/>
                  <a:pt x="0" y="314226"/>
                  <a:pt x="0" y="349250"/>
                </a:cubicBezTo>
                <a:lnTo>
                  <a:pt x="0" y="412750"/>
                </a:lnTo>
                <a:cubicBezTo>
                  <a:pt x="0" y="447774"/>
                  <a:pt x="28476" y="476250"/>
                  <a:pt x="63500" y="476250"/>
                </a:cubicBezTo>
                <a:lnTo>
                  <a:pt x="381000" y="476250"/>
                </a:lnTo>
                <a:cubicBezTo>
                  <a:pt x="416024" y="476250"/>
                  <a:pt x="444500" y="447774"/>
                  <a:pt x="444500" y="412750"/>
                </a:cubicBezTo>
                <a:lnTo>
                  <a:pt x="444500" y="349250"/>
                </a:lnTo>
                <a:close/>
                <a:moveTo>
                  <a:pt x="222250" y="381000"/>
                </a:moveTo>
                <a:cubicBezTo>
                  <a:pt x="222250" y="363477"/>
                  <a:pt x="236477" y="349250"/>
                  <a:pt x="254000" y="349250"/>
                </a:cubicBezTo>
                <a:cubicBezTo>
                  <a:pt x="271523" y="349250"/>
                  <a:pt x="285750" y="363477"/>
                  <a:pt x="285750" y="381000"/>
                </a:cubicBezTo>
                <a:cubicBezTo>
                  <a:pt x="285750" y="398523"/>
                  <a:pt x="271523" y="412750"/>
                  <a:pt x="254000" y="412750"/>
                </a:cubicBezTo>
                <a:cubicBezTo>
                  <a:pt x="236477" y="412750"/>
                  <a:pt x="222250" y="398523"/>
                  <a:pt x="222250" y="381000"/>
                </a:cubicBezTo>
                <a:close/>
                <a:moveTo>
                  <a:pt x="349250" y="349250"/>
                </a:moveTo>
                <a:cubicBezTo>
                  <a:pt x="366773" y="349250"/>
                  <a:pt x="381000" y="363477"/>
                  <a:pt x="381000" y="381000"/>
                </a:cubicBezTo>
                <a:cubicBezTo>
                  <a:pt x="381000" y="398523"/>
                  <a:pt x="366773" y="412750"/>
                  <a:pt x="349250" y="412750"/>
                </a:cubicBezTo>
                <a:cubicBezTo>
                  <a:pt x="331727" y="412750"/>
                  <a:pt x="317500" y="398523"/>
                  <a:pt x="317500" y="381000"/>
                </a:cubicBezTo>
                <a:cubicBezTo>
                  <a:pt x="317500" y="363477"/>
                  <a:pt x="331727" y="349250"/>
                  <a:pt x="349250" y="34925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8610600" y="34925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Devices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10600" y="3937000"/>
            <a:ext cx="279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Retain data and programs permanently, even when power is turned off.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 HDD, SSD, USB drives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065000" y="25400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8" name="Shape 16"/>
          <p:cNvSpPr/>
          <p:nvPr/>
        </p:nvSpPr>
        <p:spPr>
          <a:xfrm>
            <a:off x="12382500" y="279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74625" y="23812"/>
                </a:moveTo>
                <a:cubicBezTo>
                  <a:pt x="174625" y="10616"/>
                  <a:pt x="164009" y="0"/>
                  <a:pt x="150813" y="0"/>
                </a:cubicBezTo>
                <a:cubicBezTo>
                  <a:pt x="137616" y="0"/>
                  <a:pt x="127000" y="10616"/>
                  <a:pt x="127000" y="23812"/>
                </a:cubicBezTo>
                <a:lnTo>
                  <a:pt x="127000" y="63500"/>
                </a:lnTo>
                <a:cubicBezTo>
                  <a:pt x="91976" y="63500"/>
                  <a:pt x="63500" y="91976"/>
                  <a:pt x="63500" y="127000"/>
                </a:cubicBezTo>
                <a:lnTo>
                  <a:pt x="23812" y="127000"/>
                </a:lnTo>
                <a:cubicBezTo>
                  <a:pt x="10616" y="127000"/>
                  <a:pt x="0" y="137616"/>
                  <a:pt x="0" y="150813"/>
                </a:cubicBezTo>
                <a:cubicBezTo>
                  <a:pt x="0" y="164009"/>
                  <a:pt x="10616" y="174625"/>
                  <a:pt x="23812" y="174625"/>
                </a:cubicBezTo>
                <a:lnTo>
                  <a:pt x="63500" y="174625"/>
                </a:lnTo>
                <a:lnTo>
                  <a:pt x="63500" y="230188"/>
                </a:lnTo>
                <a:lnTo>
                  <a:pt x="23812" y="230188"/>
                </a:lnTo>
                <a:cubicBezTo>
                  <a:pt x="10616" y="230188"/>
                  <a:pt x="0" y="240804"/>
                  <a:pt x="0" y="254000"/>
                </a:cubicBezTo>
                <a:cubicBezTo>
                  <a:pt x="0" y="267196"/>
                  <a:pt x="10616" y="277813"/>
                  <a:pt x="23812" y="277813"/>
                </a:cubicBezTo>
                <a:lnTo>
                  <a:pt x="63500" y="277813"/>
                </a:lnTo>
                <a:lnTo>
                  <a:pt x="63500" y="333375"/>
                </a:lnTo>
                <a:lnTo>
                  <a:pt x="23812" y="333375"/>
                </a:lnTo>
                <a:cubicBezTo>
                  <a:pt x="10616" y="333375"/>
                  <a:pt x="0" y="343991"/>
                  <a:pt x="0" y="357188"/>
                </a:cubicBezTo>
                <a:cubicBezTo>
                  <a:pt x="0" y="370384"/>
                  <a:pt x="10616" y="381000"/>
                  <a:pt x="23812" y="381000"/>
                </a:cubicBezTo>
                <a:lnTo>
                  <a:pt x="63500" y="381000"/>
                </a:lnTo>
                <a:cubicBezTo>
                  <a:pt x="63500" y="416024"/>
                  <a:pt x="91976" y="444500"/>
                  <a:pt x="127000" y="444500"/>
                </a:cubicBezTo>
                <a:lnTo>
                  <a:pt x="127000" y="484187"/>
                </a:lnTo>
                <a:cubicBezTo>
                  <a:pt x="127000" y="497384"/>
                  <a:pt x="137616" y="508000"/>
                  <a:pt x="150813" y="508000"/>
                </a:cubicBezTo>
                <a:cubicBezTo>
                  <a:pt x="164009" y="508000"/>
                  <a:pt x="174625" y="497384"/>
                  <a:pt x="174625" y="484187"/>
                </a:cubicBezTo>
                <a:lnTo>
                  <a:pt x="174625" y="444500"/>
                </a:lnTo>
                <a:lnTo>
                  <a:pt x="230188" y="444500"/>
                </a:lnTo>
                <a:lnTo>
                  <a:pt x="230188" y="484187"/>
                </a:lnTo>
                <a:cubicBezTo>
                  <a:pt x="230188" y="497384"/>
                  <a:pt x="240804" y="508000"/>
                  <a:pt x="254000" y="508000"/>
                </a:cubicBezTo>
                <a:cubicBezTo>
                  <a:pt x="267196" y="508000"/>
                  <a:pt x="277813" y="497384"/>
                  <a:pt x="277813" y="484187"/>
                </a:cubicBezTo>
                <a:lnTo>
                  <a:pt x="277813" y="444500"/>
                </a:lnTo>
                <a:lnTo>
                  <a:pt x="333375" y="444500"/>
                </a:lnTo>
                <a:lnTo>
                  <a:pt x="333375" y="484187"/>
                </a:lnTo>
                <a:cubicBezTo>
                  <a:pt x="333375" y="497384"/>
                  <a:pt x="343991" y="508000"/>
                  <a:pt x="357188" y="508000"/>
                </a:cubicBezTo>
                <a:cubicBezTo>
                  <a:pt x="370384" y="508000"/>
                  <a:pt x="381000" y="497384"/>
                  <a:pt x="381000" y="484187"/>
                </a:cubicBezTo>
                <a:lnTo>
                  <a:pt x="381000" y="444500"/>
                </a:lnTo>
                <a:cubicBezTo>
                  <a:pt x="416024" y="444500"/>
                  <a:pt x="444500" y="416024"/>
                  <a:pt x="444500" y="381000"/>
                </a:cubicBezTo>
                <a:lnTo>
                  <a:pt x="484187" y="381000"/>
                </a:lnTo>
                <a:cubicBezTo>
                  <a:pt x="497384" y="381000"/>
                  <a:pt x="508000" y="370384"/>
                  <a:pt x="508000" y="357188"/>
                </a:cubicBezTo>
                <a:cubicBezTo>
                  <a:pt x="508000" y="343991"/>
                  <a:pt x="497384" y="333375"/>
                  <a:pt x="484187" y="333375"/>
                </a:cubicBezTo>
                <a:lnTo>
                  <a:pt x="444500" y="333375"/>
                </a:lnTo>
                <a:lnTo>
                  <a:pt x="444500" y="277813"/>
                </a:lnTo>
                <a:lnTo>
                  <a:pt x="484187" y="277813"/>
                </a:lnTo>
                <a:cubicBezTo>
                  <a:pt x="497384" y="277813"/>
                  <a:pt x="508000" y="267196"/>
                  <a:pt x="508000" y="254000"/>
                </a:cubicBezTo>
                <a:cubicBezTo>
                  <a:pt x="508000" y="240804"/>
                  <a:pt x="497384" y="230188"/>
                  <a:pt x="484187" y="230188"/>
                </a:cubicBezTo>
                <a:lnTo>
                  <a:pt x="444500" y="230188"/>
                </a:lnTo>
                <a:lnTo>
                  <a:pt x="444500" y="174625"/>
                </a:lnTo>
                <a:lnTo>
                  <a:pt x="484187" y="174625"/>
                </a:lnTo>
                <a:cubicBezTo>
                  <a:pt x="497384" y="174625"/>
                  <a:pt x="508000" y="164009"/>
                  <a:pt x="508000" y="150813"/>
                </a:cubicBezTo>
                <a:cubicBezTo>
                  <a:pt x="508000" y="137616"/>
                  <a:pt x="497384" y="127000"/>
                  <a:pt x="484187" y="127000"/>
                </a:cubicBezTo>
                <a:lnTo>
                  <a:pt x="444500" y="127000"/>
                </a:lnTo>
                <a:cubicBezTo>
                  <a:pt x="444500" y="91976"/>
                  <a:pt x="416024" y="63500"/>
                  <a:pt x="381000" y="63500"/>
                </a:cubicBezTo>
                <a:lnTo>
                  <a:pt x="381000" y="23812"/>
                </a:lnTo>
                <a:cubicBezTo>
                  <a:pt x="381000" y="10616"/>
                  <a:pt x="370384" y="0"/>
                  <a:pt x="357188" y="0"/>
                </a:cubicBezTo>
                <a:cubicBezTo>
                  <a:pt x="343991" y="0"/>
                  <a:pt x="333375" y="10616"/>
                  <a:pt x="333375" y="23812"/>
                </a:cubicBezTo>
                <a:lnTo>
                  <a:pt x="333375" y="63500"/>
                </a:lnTo>
                <a:lnTo>
                  <a:pt x="277813" y="63500"/>
                </a:lnTo>
                <a:lnTo>
                  <a:pt x="277813" y="23812"/>
                </a:lnTo>
                <a:cubicBezTo>
                  <a:pt x="277813" y="10616"/>
                  <a:pt x="267196" y="0"/>
                  <a:pt x="254000" y="0"/>
                </a:cubicBezTo>
                <a:cubicBezTo>
                  <a:pt x="240804" y="0"/>
                  <a:pt x="230188" y="10616"/>
                  <a:pt x="230188" y="23812"/>
                </a:cubicBezTo>
                <a:lnTo>
                  <a:pt x="230188" y="63500"/>
                </a:lnTo>
                <a:lnTo>
                  <a:pt x="174625" y="63500"/>
                </a:lnTo>
                <a:lnTo>
                  <a:pt x="174625" y="23812"/>
                </a:lnTo>
                <a:close/>
                <a:moveTo>
                  <a:pt x="158750" y="127000"/>
                </a:moveTo>
                <a:lnTo>
                  <a:pt x="349250" y="127000"/>
                </a:lnTo>
                <a:cubicBezTo>
                  <a:pt x="366812" y="127000"/>
                  <a:pt x="381000" y="141188"/>
                  <a:pt x="381000" y="158750"/>
                </a:cubicBezTo>
                <a:lnTo>
                  <a:pt x="381000" y="349250"/>
                </a:lnTo>
                <a:cubicBezTo>
                  <a:pt x="381000" y="366812"/>
                  <a:pt x="366812" y="381000"/>
                  <a:pt x="349250" y="381000"/>
                </a:cubicBezTo>
                <a:lnTo>
                  <a:pt x="158750" y="381000"/>
                </a:lnTo>
                <a:cubicBezTo>
                  <a:pt x="141188" y="381000"/>
                  <a:pt x="127000" y="366812"/>
                  <a:pt x="127000" y="349250"/>
                </a:cubicBezTo>
                <a:lnTo>
                  <a:pt x="127000" y="158750"/>
                </a:lnTo>
                <a:cubicBezTo>
                  <a:pt x="127000" y="141188"/>
                  <a:pt x="141188" y="127000"/>
                  <a:pt x="158750" y="127000"/>
                </a:cubicBezTo>
                <a:close/>
                <a:moveTo>
                  <a:pt x="174625" y="174625"/>
                </a:moveTo>
                <a:lnTo>
                  <a:pt x="174625" y="333375"/>
                </a:lnTo>
                <a:lnTo>
                  <a:pt x="333375" y="333375"/>
                </a:lnTo>
                <a:lnTo>
                  <a:pt x="333375" y="174625"/>
                </a:lnTo>
                <a:lnTo>
                  <a:pt x="174625" y="17462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2382500" y="34925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(CPU)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82500" y="3937000"/>
            <a:ext cx="279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Central Processing Unit and memory execute instructions and process data.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"brain" of the computer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6477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Together, these components form a complete system capable of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receiving, processing, storing, and communicating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information.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Devices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Input devices allow users to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enter data and commands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into a computer system.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6" name="Shape 4"/>
          <p:cNvSpPr/>
          <p:nvPr/>
        </p:nvSpPr>
        <p:spPr>
          <a:xfrm>
            <a:off x="1054100" y="2603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50800" y="50800"/>
                </a:moveTo>
                <a:cubicBezTo>
                  <a:pt x="22781" y="50800"/>
                  <a:pt x="0" y="73581"/>
                  <a:pt x="0" y="101600"/>
                </a:cubicBezTo>
                <a:lnTo>
                  <a:pt x="0" y="304800"/>
                </a:lnTo>
                <a:cubicBezTo>
                  <a:pt x="0" y="332819"/>
                  <a:pt x="22781" y="355600"/>
                  <a:pt x="50800" y="355600"/>
                </a:cubicBezTo>
                <a:lnTo>
                  <a:pt x="406400" y="355600"/>
                </a:lnTo>
                <a:cubicBezTo>
                  <a:pt x="434419" y="355600"/>
                  <a:pt x="457200" y="332819"/>
                  <a:pt x="457200" y="304800"/>
                </a:cubicBezTo>
                <a:lnTo>
                  <a:pt x="457200" y="101600"/>
                </a:lnTo>
                <a:cubicBezTo>
                  <a:pt x="457200" y="73581"/>
                  <a:pt x="434419" y="50800"/>
                  <a:pt x="406400" y="50800"/>
                </a:cubicBezTo>
                <a:lnTo>
                  <a:pt x="50800" y="50800"/>
                </a:lnTo>
                <a:close/>
                <a:moveTo>
                  <a:pt x="63500" y="101600"/>
                </a:moveTo>
                <a:lnTo>
                  <a:pt x="88900" y="101600"/>
                </a:lnTo>
                <a:cubicBezTo>
                  <a:pt x="95885" y="101600"/>
                  <a:pt x="101600" y="107315"/>
                  <a:pt x="101600" y="114300"/>
                </a:cubicBezTo>
                <a:lnTo>
                  <a:pt x="101600" y="139700"/>
                </a:lnTo>
                <a:cubicBezTo>
                  <a:pt x="101600" y="146685"/>
                  <a:pt x="95885" y="152400"/>
                  <a:pt x="88900" y="152400"/>
                </a:cubicBezTo>
                <a:lnTo>
                  <a:pt x="63500" y="152400"/>
                </a:lnTo>
                <a:cubicBezTo>
                  <a:pt x="56515" y="152400"/>
                  <a:pt x="50800" y="146685"/>
                  <a:pt x="50800" y="139700"/>
                </a:cubicBezTo>
                <a:lnTo>
                  <a:pt x="50800" y="114300"/>
                </a:lnTo>
                <a:cubicBezTo>
                  <a:pt x="50800" y="107315"/>
                  <a:pt x="56515" y="101600"/>
                  <a:pt x="63500" y="101600"/>
                </a:cubicBezTo>
                <a:close/>
                <a:moveTo>
                  <a:pt x="50800" y="190500"/>
                </a:moveTo>
                <a:cubicBezTo>
                  <a:pt x="50800" y="183515"/>
                  <a:pt x="56515" y="177800"/>
                  <a:pt x="63500" y="177800"/>
                </a:cubicBezTo>
                <a:lnTo>
                  <a:pt x="88900" y="177800"/>
                </a:lnTo>
                <a:cubicBezTo>
                  <a:pt x="95885" y="177800"/>
                  <a:pt x="101600" y="183515"/>
                  <a:pt x="101600" y="190500"/>
                </a:cubicBezTo>
                <a:lnTo>
                  <a:pt x="101600" y="215900"/>
                </a:lnTo>
                <a:cubicBezTo>
                  <a:pt x="101600" y="222885"/>
                  <a:pt x="95885" y="228600"/>
                  <a:pt x="88900" y="228600"/>
                </a:cubicBezTo>
                <a:lnTo>
                  <a:pt x="63500" y="228600"/>
                </a:lnTo>
                <a:cubicBezTo>
                  <a:pt x="56515" y="228600"/>
                  <a:pt x="50800" y="222885"/>
                  <a:pt x="50800" y="215900"/>
                </a:cubicBezTo>
                <a:lnTo>
                  <a:pt x="50800" y="190500"/>
                </a:lnTo>
                <a:close/>
                <a:moveTo>
                  <a:pt x="139700" y="101600"/>
                </a:moveTo>
                <a:lnTo>
                  <a:pt x="165100" y="101600"/>
                </a:lnTo>
                <a:cubicBezTo>
                  <a:pt x="172085" y="101600"/>
                  <a:pt x="177800" y="107315"/>
                  <a:pt x="177800" y="114300"/>
                </a:cubicBezTo>
                <a:lnTo>
                  <a:pt x="177800" y="139700"/>
                </a:lnTo>
                <a:cubicBezTo>
                  <a:pt x="177800" y="146685"/>
                  <a:pt x="172085" y="152400"/>
                  <a:pt x="165100" y="152400"/>
                </a:cubicBezTo>
                <a:lnTo>
                  <a:pt x="139700" y="152400"/>
                </a:lnTo>
                <a:cubicBezTo>
                  <a:pt x="132715" y="152400"/>
                  <a:pt x="127000" y="146685"/>
                  <a:pt x="127000" y="139700"/>
                </a:cubicBezTo>
                <a:lnTo>
                  <a:pt x="127000" y="114300"/>
                </a:lnTo>
                <a:cubicBezTo>
                  <a:pt x="127000" y="107315"/>
                  <a:pt x="132715" y="101600"/>
                  <a:pt x="139700" y="101600"/>
                </a:cubicBezTo>
                <a:close/>
                <a:moveTo>
                  <a:pt x="127000" y="190500"/>
                </a:moveTo>
                <a:cubicBezTo>
                  <a:pt x="127000" y="183515"/>
                  <a:pt x="132715" y="177800"/>
                  <a:pt x="139700" y="177800"/>
                </a:cubicBezTo>
                <a:lnTo>
                  <a:pt x="165100" y="177800"/>
                </a:lnTo>
                <a:cubicBezTo>
                  <a:pt x="172085" y="177800"/>
                  <a:pt x="177800" y="183515"/>
                  <a:pt x="177800" y="190500"/>
                </a:cubicBezTo>
                <a:lnTo>
                  <a:pt x="177800" y="215900"/>
                </a:lnTo>
                <a:cubicBezTo>
                  <a:pt x="177800" y="222885"/>
                  <a:pt x="172085" y="228600"/>
                  <a:pt x="165100" y="228600"/>
                </a:cubicBezTo>
                <a:lnTo>
                  <a:pt x="139700" y="228600"/>
                </a:lnTo>
                <a:cubicBezTo>
                  <a:pt x="132715" y="228600"/>
                  <a:pt x="127000" y="222885"/>
                  <a:pt x="127000" y="215900"/>
                </a:cubicBezTo>
                <a:lnTo>
                  <a:pt x="127000" y="190500"/>
                </a:lnTo>
                <a:close/>
                <a:moveTo>
                  <a:pt x="139700" y="254000"/>
                </a:moveTo>
                <a:lnTo>
                  <a:pt x="317500" y="254000"/>
                </a:lnTo>
                <a:cubicBezTo>
                  <a:pt x="324485" y="254000"/>
                  <a:pt x="330200" y="259715"/>
                  <a:pt x="330200" y="266700"/>
                </a:cubicBezTo>
                <a:lnTo>
                  <a:pt x="330200" y="292100"/>
                </a:lnTo>
                <a:cubicBezTo>
                  <a:pt x="330200" y="299085"/>
                  <a:pt x="324485" y="304800"/>
                  <a:pt x="317500" y="304800"/>
                </a:cubicBezTo>
                <a:lnTo>
                  <a:pt x="139700" y="304800"/>
                </a:lnTo>
                <a:cubicBezTo>
                  <a:pt x="132715" y="304800"/>
                  <a:pt x="127000" y="299085"/>
                  <a:pt x="127000" y="292100"/>
                </a:cubicBezTo>
                <a:lnTo>
                  <a:pt x="127000" y="266700"/>
                </a:lnTo>
                <a:cubicBezTo>
                  <a:pt x="127000" y="259715"/>
                  <a:pt x="132715" y="254000"/>
                  <a:pt x="139700" y="254000"/>
                </a:cubicBezTo>
                <a:close/>
                <a:moveTo>
                  <a:pt x="203200" y="114300"/>
                </a:moveTo>
                <a:cubicBezTo>
                  <a:pt x="203200" y="107315"/>
                  <a:pt x="208915" y="101600"/>
                  <a:pt x="215900" y="101600"/>
                </a:cubicBezTo>
                <a:lnTo>
                  <a:pt x="241300" y="101600"/>
                </a:lnTo>
                <a:cubicBezTo>
                  <a:pt x="248285" y="101600"/>
                  <a:pt x="254000" y="107315"/>
                  <a:pt x="254000" y="114300"/>
                </a:cubicBezTo>
                <a:lnTo>
                  <a:pt x="254000" y="139700"/>
                </a:lnTo>
                <a:cubicBezTo>
                  <a:pt x="254000" y="146685"/>
                  <a:pt x="248285" y="152400"/>
                  <a:pt x="241300" y="152400"/>
                </a:cubicBezTo>
                <a:lnTo>
                  <a:pt x="215900" y="152400"/>
                </a:lnTo>
                <a:cubicBezTo>
                  <a:pt x="208915" y="152400"/>
                  <a:pt x="203200" y="146685"/>
                  <a:pt x="203200" y="139700"/>
                </a:cubicBezTo>
                <a:lnTo>
                  <a:pt x="203200" y="114300"/>
                </a:lnTo>
                <a:close/>
                <a:moveTo>
                  <a:pt x="215900" y="177800"/>
                </a:moveTo>
                <a:lnTo>
                  <a:pt x="241300" y="177800"/>
                </a:lnTo>
                <a:cubicBezTo>
                  <a:pt x="248285" y="177800"/>
                  <a:pt x="254000" y="183515"/>
                  <a:pt x="254000" y="190500"/>
                </a:cubicBezTo>
                <a:lnTo>
                  <a:pt x="254000" y="215900"/>
                </a:lnTo>
                <a:cubicBezTo>
                  <a:pt x="254000" y="222885"/>
                  <a:pt x="248285" y="228600"/>
                  <a:pt x="241300" y="228600"/>
                </a:cubicBezTo>
                <a:lnTo>
                  <a:pt x="215900" y="228600"/>
                </a:lnTo>
                <a:cubicBezTo>
                  <a:pt x="208915" y="228600"/>
                  <a:pt x="203200" y="222885"/>
                  <a:pt x="203200" y="215900"/>
                </a:cubicBezTo>
                <a:lnTo>
                  <a:pt x="203200" y="190500"/>
                </a:lnTo>
                <a:cubicBezTo>
                  <a:pt x="203200" y="183515"/>
                  <a:pt x="208915" y="177800"/>
                  <a:pt x="215900" y="177800"/>
                </a:cubicBezTo>
                <a:close/>
                <a:moveTo>
                  <a:pt x="279400" y="114300"/>
                </a:moveTo>
                <a:cubicBezTo>
                  <a:pt x="279400" y="107315"/>
                  <a:pt x="285115" y="101600"/>
                  <a:pt x="292100" y="101600"/>
                </a:cubicBezTo>
                <a:lnTo>
                  <a:pt x="317500" y="101600"/>
                </a:lnTo>
                <a:cubicBezTo>
                  <a:pt x="324485" y="101600"/>
                  <a:pt x="330200" y="107315"/>
                  <a:pt x="330200" y="114300"/>
                </a:cubicBezTo>
                <a:lnTo>
                  <a:pt x="330200" y="139700"/>
                </a:lnTo>
                <a:cubicBezTo>
                  <a:pt x="330200" y="146685"/>
                  <a:pt x="324485" y="152400"/>
                  <a:pt x="317500" y="152400"/>
                </a:cubicBezTo>
                <a:lnTo>
                  <a:pt x="292100" y="152400"/>
                </a:lnTo>
                <a:cubicBezTo>
                  <a:pt x="285115" y="152400"/>
                  <a:pt x="279400" y="146685"/>
                  <a:pt x="279400" y="139700"/>
                </a:cubicBezTo>
                <a:lnTo>
                  <a:pt x="279400" y="114300"/>
                </a:lnTo>
                <a:close/>
                <a:moveTo>
                  <a:pt x="292100" y="177800"/>
                </a:moveTo>
                <a:lnTo>
                  <a:pt x="317500" y="177800"/>
                </a:lnTo>
                <a:cubicBezTo>
                  <a:pt x="324485" y="177800"/>
                  <a:pt x="330200" y="183515"/>
                  <a:pt x="330200" y="190500"/>
                </a:cubicBezTo>
                <a:lnTo>
                  <a:pt x="330200" y="215900"/>
                </a:lnTo>
                <a:cubicBezTo>
                  <a:pt x="330200" y="222885"/>
                  <a:pt x="324485" y="228600"/>
                  <a:pt x="317500" y="228600"/>
                </a:cubicBezTo>
                <a:lnTo>
                  <a:pt x="292100" y="228600"/>
                </a:lnTo>
                <a:cubicBezTo>
                  <a:pt x="285115" y="228600"/>
                  <a:pt x="279400" y="222885"/>
                  <a:pt x="279400" y="215900"/>
                </a:cubicBezTo>
                <a:lnTo>
                  <a:pt x="279400" y="190500"/>
                </a:lnTo>
                <a:cubicBezTo>
                  <a:pt x="279400" y="183515"/>
                  <a:pt x="285115" y="177800"/>
                  <a:pt x="292100" y="177800"/>
                </a:cubicBezTo>
                <a:close/>
                <a:moveTo>
                  <a:pt x="355600" y="114300"/>
                </a:moveTo>
                <a:cubicBezTo>
                  <a:pt x="355600" y="107315"/>
                  <a:pt x="361315" y="101600"/>
                  <a:pt x="368300" y="101600"/>
                </a:cubicBezTo>
                <a:lnTo>
                  <a:pt x="393700" y="101600"/>
                </a:lnTo>
                <a:cubicBezTo>
                  <a:pt x="400685" y="101600"/>
                  <a:pt x="406400" y="107315"/>
                  <a:pt x="406400" y="114300"/>
                </a:cubicBezTo>
                <a:lnTo>
                  <a:pt x="406400" y="139700"/>
                </a:lnTo>
                <a:cubicBezTo>
                  <a:pt x="406400" y="146685"/>
                  <a:pt x="400685" y="152400"/>
                  <a:pt x="393700" y="152400"/>
                </a:cubicBezTo>
                <a:lnTo>
                  <a:pt x="368300" y="152400"/>
                </a:lnTo>
                <a:cubicBezTo>
                  <a:pt x="361315" y="152400"/>
                  <a:pt x="355600" y="146685"/>
                  <a:pt x="355600" y="139700"/>
                </a:cubicBezTo>
                <a:lnTo>
                  <a:pt x="355600" y="114300"/>
                </a:lnTo>
                <a:close/>
                <a:moveTo>
                  <a:pt x="368300" y="177800"/>
                </a:moveTo>
                <a:lnTo>
                  <a:pt x="393700" y="177800"/>
                </a:lnTo>
                <a:cubicBezTo>
                  <a:pt x="400685" y="177800"/>
                  <a:pt x="406400" y="183515"/>
                  <a:pt x="406400" y="190500"/>
                </a:cubicBezTo>
                <a:lnTo>
                  <a:pt x="406400" y="215900"/>
                </a:lnTo>
                <a:cubicBezTo>
                  <a:pt x="406400" y="222885"/>
                  <a:pt x="400685" y="228600"/>
                  <a:pt x="393700" y="228600"/>
                </a:cubicBezTo>
                <a:lnTo>
                  <a:pt x="368300" y="228600"/>
                </a:lnTo>
                <a:cubicBezTo>
                  <a:pt x="361315" y="228600"/>
                  <a:pt x="355600" y="222885"/>
                  <a:pt x="355600" y="215900"/>
                </a:cubicBezTo>
                <a:lnTo>
                  <a:pt x="355600" y="190500"/>
                </a:lnTo>
                <a:cubicBezTo>
                  <a:pt x="355600" y="183515"/>
                  <a:pt x="361315" y="177800"/>
                  <a:pt x="368300" y="1778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24765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Keyboard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51000" y="28575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text input with alphanumeric and function keys.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22860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6146800" y="2603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0" y="152400"/>
                </a:moveTo>
                <a:lnTo>
                  <a:pt x="133350" y="152400"/>
                </a:lnTo>
                <a:lnTo>
                  <a:pt x="133350" y="0"/>
                </a:lnTo>
                <a:lnTo>
                  <a:pt x="127000" y="0"/>
                </a:lnTo>
                <a:cubicBezTo>
                  <a:pt x="56832" y="0"/>
                  <a:pt x="0" y="56832"/>
                  <a:pt x="0" y="127000"/>
                </a:cubicBezTo>
                <a:lnTo>
                  <a:pt x="0" y="152400"/>
                </a:lnTo>
                <a:close/>
                <a:moveTo>
                  <a:pt x="0" y="190500"/>
                </a:moveTo>
                <a:lnTo>
                  <a:pt x="0" y="279400"/>
                </a:lnTo>
                <a:cubicBezTo>
                  <a:pt x="0" y="349568"/>
                  <a:pt x="56832" y="406400"/>
                  <a:pt x="127000" y="406400"/>
                </a:cubicBezTo>
                <a:lnTo>
                  <a:pt x="177800" y="406400"/>
                </a:lnTo>
                <a:cubicBezTo>
                  <a:pt x="247967" y="406400"/>
                  <a:pt x="304800" y="349568"/>
                  <a:pt x="304800" y="279400"/>
                </a:cubicBezTo>
                <a:lnTo>
                  <a:pt x="304800" y="190500"/>
                </a:lnTo>
                <a:lnTo>
                  <a:pt x="0" y="190500"/>
                </a:lnTo>
                <a:close/>
                <a:moveTo>
                  <a:pt x="304800" y="152400"/>
                </a:moveTo>
                <a:lnTo>
                  <a:pt x="304800" y="127000"/>
                </a:lnTo>
                <a:cubicBezTo>
                  <a:pt x="304800" y="56832"/>
                  <a:pt x="247967" y="0"/>
                  <a:pt x="177800" y="0"/>
                </a:cubicBezTo>
                <a:lnTo>
                  <a:pt x="171450" y="0"/>
                </a:lnTo>
                <a:lnTo>
                  <a:pt x="171450" y="152400"/>
                </a:lnTo>
                <a:lnTo>
                  <a:pt x="304800" y="1524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6667500" y="24765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Mouse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67500" y="28575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Pointing device for cursor control and navigation.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2860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12500" y="260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/>
            </a:pathLst>
          </a:cu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11684000" y="24765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Scanner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684000" y="28575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Converts physical documents into digital format.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0005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0300" y="4318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52400" y="0"/>
                </a:moveTo>
                <a:cubicBezTo>
                  <a:pt x="110331" y="0"/>
                  <a:pt x="76200" y="34131"/>
                  <a:pt x="76200" y="76200"/>
                </a:cubicBezTo>
                <a:lnTo>
                  <a:pt x="76200" y="177800"/>
                </a:lnTo>
                <a:cubicBezTo>
                  <a:pt x="76200" y="219869"/>
                  <a:pt x="110331" y="254000"/>
                  <a:pt x="152400" y="254000"/>
                </a:cubicBezTo>
                <a:cubicBezTo>
                  <a:pt x="194469" y="254000"/>
                  <a:pt x="228600" y="219869"/>
                  <a:pt x="228600" y="177800"/>
                </a:cubicBezTo>
                <a:lnTo>
                  <a:pt x="228600" y="76200"/>
                </a:lnTo>
                <a:cubicBezTo>
                  <a:pt x="228600" y="34131"/>
                  <a:pt x="194469" y="0"/>
                  <a:pt x="152400" y="0"/>
                </a:cubicBezTo>
                <a:close/>
                <a:moveTo>
                  <a:pt x="38100" y="146050"/>
                </a:moveTo>
                <a:cubicBezTo>
                  <a:pt x="38100" y="135493"/>
                  <a:pt x="29607" y="127000"/>
                  <a:pt x="19050" y="127000"/>
                </a:cubicBezTo>
                <a:cubicBezTo>
                  <a:pt x="8493" y="127000"/>
                  <a:pt x="0" y="135493"/>
                  <a:pt x="0" y="146050"/>
                </a:cubicBezTo>
                <a:lnTo>
                  <a:pt x="0" y="177800"/>
                </a:lnTo>
                <a:cubicBezTo>
                  <a:pt x="0" y="255508"/>
                  <a:pt x="58182" y="319643"/>
                  <a:pt x="133350" y="329009"/>
                </a:cubicBezTo>
                <a:lnTo>
                  <a:pt x="133350" y="368300"/>
                </a:lnTo>
                <a:lnTo>
                  <a:pt x="95250" y="368300"/>
                </a:lnTo>
                <a:cubicBezTo>
                  <a:pt x="84693" y="368300"/>
                  <a:pt x="76200" y="376793"/>
                  <a:pt x="76200" y="387350"/>
                </a:cubicBezTo>
                <a:cubicBezTo>
                  <a:pt x="76200" y="397907"/>
                  <a:pt x="84693" y="406400"/>
                  <a:pt x="95250" y="406400"/>
                </a:cubicBezTo>
                <a:lnTo>
                  <a:pt x="209550" y="406400"/>
                </a:lnTo>
                <a:cubicBezTo>
                  <a:pt x="220107" y="406400"/>
                  <a:pt x="228600" y="397907"/>
                  <a:pt x="228600" y="387350"/>
                </a:cubicBezTo>
                <a:cubicBezTo>
                  <a:pt x="228600" y="376793"/>
                  <a:pt x="220107" y="368300"/>
                  <a:pt x="209550" y="368300"/>
                </a:cubicBezTo>
                <a:lnTo>
                  <a:pt x="171450" y="368300"/>
                </a:lnTo>
                <a:lnTo>
                  <a:pt x="171450" y="329009"/>
                </a:lnTo>
                <a:cubicBezTo>
                  <a:pt x="246618" y="319643"/>
                  <a:pt x="304800" y="255508"/>
                  <a:pt x="304800" y="177800"/>
                </a:cubicBezTo>
                <a:lnTo>
                  <a:pt x="304800" y="146050"/>
                </a:lnTo>
                <a:cubicBezTo>
                  <a:pt x="304800" y="135493"/>
                  <a:pt x="296307" y="127000"/>
                  <a:pt x="285750" y="127000"/>
                </a:cubicBezTo>
                <a:cubicBezTo>
                  <a:pt x="275193" y="127000"/>
                  <a:pt x="266700" y="135493"/>
                  <a:pt x="266700" y="146050"/>
                </a:cubicBezTo>
                <a:lnTo>
                  <a:pt x="266700" y="177800"/>
                </a:lnTo>
                <a:cubicBezTo>
                  <a:pt x="266700" y="240903"/>
                  <a:pt x="215503" y="292100"/>
                  <a:pt x="152400" y="292100"/>
                </a:cubicBezTo>
                <a:cubicBezTo>
                  <a:pt x="89297" y="292100"/>
                  <a:pt x="38100" y="240903"/>
                  <a:pt x="38100" y="177800"/>
                </a:cubicBezTo>
                <a:lnTo>
                  <a:pt x="38100" y="14605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1651000" y="4191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Microphone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51000" y="45720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Captures audio input for recording and recognition.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0" y="40005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22" name="Shape 20"/>
          <p:cNvSpPr/>
          <p:nvPr/>
        </p:nvSpPr>
        <p:spPr>
          <a:xfrm>
            <a:off x="6070600" y="4318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76200" y="50800"/>
                </a:moveTo>
                <a:cubicBezTo>
                  <a:pt x="48181" y="50800"/>
                  <a:pt x="25400" y="73581"/>
                  <a:pt x="25400" y="101600"/>
                </a:cubicBezTo>
                <a:lnTo>
                  <a:pt x="25400" y="304800"/>
                </a:lnTo>
                <a:cubicBezTo>
                  <a:pt x="25400" y="332819"/>
                  <a:pt x="48181" y="355600"/>
                  <a:pt x="76200" y="355600"/>
                </a:cubicBezTo>
                <a:lnTo>
                  <a:pt x="279400" y="355600"/>
                </a:lnTo>
                <a:cubicBezTo>
                  <a:pt x="307419" y="355600"/>
                  <a:pt x="330200" y="332819"/>
                  <a:pt x="330200" y="304800"/>
                </a:cubicBezTo>
                <a:lnTo>
                  <a:pt x="330200" y="101600"/>
                </a:lnTo>
                <a:cubicBezTo>
                  <a:pt x="330200" y="73581"/>
                  <a:pt x="307419" y="50800"/>
                  <a:pt x="279400" y="50800"/>
                </a:cubicBezTo>
                <a:lnTo>
                  <a:pt x="76200" y="50800"/>
                </a:lnTo>
                <a:close/>
                <a:moveTo>
                  <a:pt x="368300" y="266700"/>
                </a:moveTo>
                <a:lnTo>
                  <a:pt x="426641" y="313373"/>
                </a:lnTo>
                <a:cubicBezTo>
                  <a:pt x="429974" y="316071"/>
                  <a:pt x="434102" y="317500"/>
                  <a:pt x="438388" y="317500"/>
                </a:cubicBezTo>
                <a:cubicBezTo>
                  <a:pt x="448786" y="317500"/>
                  <a:pt x="457200" y="309086"/>
                  <a:pt x="457200" y="298688"/>
                </a:cubicBezTo>
                <a:lnTo>
                  <a:pt x="457200" y="107712"/>
                </a:lnTo>
                <a:cubicBezTo>
                  <a:pt x="457200" y="97314"/>
                  <a:pt x="448786" y="88900"/>
                  <a:pt x="438388" y="88900"/>
                </a:cubicBezTo>
                <a:cubicBezTo>
                  <a:pt x="434102" y="88900"/>
                  <a:pt x="429974" y="90329"/>
                  <a:pt x="426641" y="93028"/>
                </a:cubicBezTo>
                <a:lnTo>
                  <a:pt x="368300" y="139700"/>
                </a:lnTo>
                <a:lnTo>
                  <a:pt x="368300" y="2667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6667500" y="4191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Webcam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67500" y="45720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Captures video and images for communication.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95000" y="40005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37900" y="4318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01600" y="31750"/>
                </a:moveTo>
                <a:cubicBezTo>
                  <a:pt x="101600" y="14208"/>
                  <a:pt x="115808" y="0"/>
                  <a:pt x="133350" y="0"/>
                </a:cubicBezTo>
                <a:cubicBezTo>
                  <a:pt x="150892" y="0"/>
                  <a:pt x="165100" y="14208"/>
                  <a:pt x="165100" y="31750"/>
                </a:cubicBezTo>
                <a:lnTo>
                  <a:pt x="165100" y="149384"/>
                </a:lnTo>
                <a:cubicBezTo>
                  <a:pt x="171847" y="143351"/>
                  <a:pt x="180737" y="139700"/>
                  <a:pt x="190500" y="139700"/>
                </a:cubicBezTo>
                <a:cubicBezTo>
                  <a:pt x="206851" y="139700"/>
                  <a:pt x="220821" y="150019"/>
                  <a:pt x="226219" y="164465"/>
                </a:cubicBezTo>
                <a:cubicBezTo>
                  <a:pt x="233204" y="157083"/>
                  <a:pt x="243046" y="152400"/>
                  <a:pt x="254000" y="152400"/>
                </a:cubicBezTo>
                <a:cubicBezTo>
                  <a:pt x="274082" y="152400"/>
                  <a:pt x="290513" y="167878"/>
                  <a:pt x="292021" y="187563"/>
                </a:cubicBezTo>
                <a:cubicBezTo>
                  <a:pt x="298768" y="181451"/>
                  <a:pt x="307737" y="177800"/>
                  <a:pt x="317500" y="177800"/>
                </a:cubicBezTo>
                <a:cubicBezTo>
                  <a:pt x="338534" y="177800"/>
                  <a:pt x="355600" y="194866"/>
                  <a:pt x="355600" y="215900"/>
                </a:cubicBezTo>
                <a:lnTo>
                  <a:pt x="355600" y="304800"/>
                </a:lnTo>
                <a:cubicBezTo>
                  <a:pt x="355600" y="360918"/>
                  <a:pt x="310118" y="406400"/>
                  <a:pt x="254000" y="406400"/>
                </a:cubicBezTo>
                <a:lnTo>
                  <a:pt x="186293" y="406400"/>
                </a:lnTo>
                <a:cubicBezTo>
                  <a:pt x="182324" y="406400"/>
                  <a:pt x="178435" y="406162"/>
                  <a:pt x="174625" y="405606"/>
                </a:cubicBezTo>
                <a:cubicBezTo>
                  <a:pt x="130731" y="401161"/>
                  <a:pt x="90329" y="378619"/>
                  <a:pt x="63500" y="342900"/>
                </a:cubicBezTo>
                <a:lnTo>
                  <a:pt x="6350" y="266700"/>
                </a:lnTo>
                <a:cubicBezTo>
                  <a:pt x="-4207" y="252651"/>
                  <a:pt x="-1349" y="232807"/>
                  <a:pt x="12700" y="222250"/>
                </a:cubicBezTo>
                <a:cubicBezTo>
                  <a:pt x="26749" y="211693"/>
                  <a:pt x="46593" y="214551"/>
                  <a:pt x="57150" y="228600"/>
                </a:cubicBezTo>
                <a:lnTo>
                  <a:pt x="101600" y="287893"/>
                </a:lnTo>
                <a:lnTo>
                  <a:pt x="101600" y="31750"/>
                </a:lnTo>
                <a:close/>
                <a:moveTo>
                  <a:pt x="190500" y="241300"/>
                </a:moveTo>
                <a:cubicBezTo>
                  <a:pt x="190500" y="234315"/>
                  <a:pt x="184785" y="228600"/>
                  <a:pt x="177800" y="228600"/>
                </a:cubicBezTo>
                <a:cubicBezTo>
                  <a:pt x="170815" y="228600"/>
                  <a:pt x="165100" y="234315"/>
                  <a:pt x="165100" y="241300"/>
                </a:cubicBezTo>
                <a:lnTo>
                  <a:pt x="165100" y="317500"/>
                </a:lnTo>
                <a:cubicBezTo>
                  <a:pt x="165100" y="324485"/>
                  <a:pt x="170815" y="330200"/>
                  <a:pt x="177800" y="330200"/>
                </a:cubicBezTo>
                <a:cubicBezTo>
                  <a:pt x="184785" y="330200"/>
                  <a:pt x="190500" y="324485"/>
                  <a:pt x="190500" y="317500"/>
                </a:cubicBezTo>
                <a:lnTo>
                  <a:pt x="190500" y="241300"/>
                </a:lnTo>
                <a:close/>
                <a:moveTo>
                  <a:pt x="228600" y="228600"/>
                </a:moveTo>
                <a:cubicBezTo>
                  <a:pt x="221615" y="228600"/>
                  <a:pt x="215900" y="234315"/>
                  <a:pt x="215900" y="241300"/>
                </a:cubicBezTo>
                <a:lnTo>
                  <a:pt x="215900" y="317500"/>
                </a:lnTo>
                <a:cubicBezTo>
                  <a:pt x="215900" y="324485"/>
                  <a:pt x="221615" y="330200"/>
                  <a:pt x="228600" y="330200"/>
                </a:cubicBezTo>
                <a:cubicBezTo>
                  <a:pt x="235585" y="330200"/>
                  <a:pt x="241300" y="324485"/>
                  <a:pt x="241300" y="317500"/>
                </a:cubicBezTo>
                <a:lnTo>
                  <a:pt x="241300" y="241300"/>
                </a:lnTo>
                <a:cubicBezTo>
                  <a:pt x="241300" y="234315"/>
                  <a:pt x="235585" y="228600"/>
                  <a:pt x="228600" y="228600"/>
                </a:cubicBezTo>
                <a:close/>
                <a:moveTo>
                  <a:pt x="292100" y="241300"/>
                </a:moveTo>
                <a:cubicBezTo>
                  <a:pt x="292100" y="234315"/>
                  <a:pt x="286385" y="228600"/>
                  <a:pt x="279400" y="228600"/>
                </a:cubicBezTo>
                <a:cubicBezTo>
                  <a:pt x="272415" y="228600"/>
                  <a:pt x="266700" y="234315"/>
                  <a:pt x="266700" y="241300"/>
                </a:cubicBezTo>
                <a:lnTo>
                  <a:pt x="266700" y="317500"/>
                </a:lnTo>
                <a:cubicBezTo>
                  <a:pt x="266700" y="324485"/>
                  <a:pt x="272415" y="330200"/>
                  <a:pt x="279400" y="330200"/>
                </a:cubicBezTo>
                <a:cubicBezTo>
                  <a:pt x="286385" y="330200"/>
                  <a:pt x="292100" y="324485"/>
                  <a:pt x="292100" y="317500"/>
                </a:cubicBezTo>
                <a:lnTo>
                  <a:pt x="292100" y="2413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7" name="Text 25"/>
          <p:cNvSpPr/>
          <p:nvPr/>
        </p:nvSpPr>
        <p:spPr>
          <a:xfrm>
            <a:off x="11684000" y="4191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Touchscreen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684000" y="45720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input and display for direct interaction.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842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0D7377"/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60960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Other input devices: </a:t>
            </a:r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barcode readers, joysticks, graphics tablets, biometric sensors, RFID readers,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 pens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and Storage Devices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Devices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234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76200"/>
                </a:moveTo>
                <a:lnTo>
                  <a:pt x="355600" y="279400"/>
                </a:lnTo>
                <a:lnTo>
                  <a:pt x="50800" y="279400"/>
                </a:lnTo>
                <a:lnTo>
                  <a:pt x="50800" y="76200"/>
                </a:lnTo>
                <a:lnTo>
                  <a:pt x="355600" y="76200"/>
                </a:lnTo>
                <a:close/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279400"/>
                </a:lnTo>
                <a:cubicBezTo>
                  <a:pt x="0" y="307419"/>
                  <a:pt x="22781" y="330200"/>
                  <a:pt x="50800" y="330200"/>
                </a:cubicBezTo>
                <a:lnTo>
                  <a:pt x="165100" y="330200"/>
                </a:lnTo>
                <a:lnTo>
                  <a:pt x="152400" y="368300"/>
                </a:lnTo>
                <a:lnTo>
                  <a:pt x="95250" y="368300"/>
                </a:lnTo>
                <a:cubicBezTo>
                  <a:pt x="84693" y="368300"/>
                  <a:pt x="76200" y="376793"/>
                  <a:pt x="76200" y="387350"/>
                </a:cubicBezTo>
                <a:cubicBezTo>
                  <a:pt x="76200" y="397907"/>
                  <a:pt x="84693" y="406400"/>
                  <a:pt x="95250" y="406400"/>
                </a:cubicBezTo>
                <a:lnTo>
                  <a:pt x="311150" y="406400"/>
                </a:lnTo>
                <a:cubicBezTo>
                  <a:pt x="321707" y="406400"/>
                  <a:pt x="330200" y="397907"/>
                  <a:pt x="330200" y="387350"/>
                </a:cubicBezTo>
                <a:cubicBezTo>
                  <a:pt x="330200" y="376793"/>
                  <a:pt x="321707" y="368300"/>
                  <a:pt x="311150" y="368300"/>
                </a:cubicBezTo>
                <a:lnTo>
                  <a:pt x="254000" y="368300"/>
                </a:lnTo>
                <a:lnTo>
                  <a:pt x="241300" y="330200"/>
                </a:lnTo>
                <a:lnTo>
                  <a:pt x="355600" y="330200"/>
                </a:lnTo>
                <a:cubicBezTo>
                  <a:pt x="383619" y="330200"/>
                  <a:pt x="406400" y="307419"/>
                  <a:pt x="406400" y="279400"/>
                </a:cubicBezTo>
                <a:lnTo>
                  <a:pt x="406400" y="76200"/>
                </a:lnTo>
                <a:cubicBezTo>
                  <a:pt x="406400" y="48181"/>
                  <a:pt x="383619" y="25400"/>
                  <a:pt x="355600" y="25400"/>
                </a:cubicBezTo>
                <a:lnTo>
                  <a:pt x="50800" y="254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22225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51000" y="26035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Displays visual output using LCD, LED, or OLED technology.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2032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6096000" y="234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22781"/>
                  <a:pt x="73581" y="0"/>
                  <a:pt x="101600" y="0"/>
                </a:cubicBezTo>
                <a:lnTo>
                  <a:pt x="271066" y="0"/>
                </a:lnTo>
                <a:cubicBezTo>
                  <a:pt x="284559" y="0"/>
                  <a:pt x="297498" y="5318"/>
                  <a:pt x="307023" y="14843"/>
                </a:cubicBezTo>
                <a:lnTo>
                  <a:pt x="340757" y="48578"/>
                </a:lnTo>
                <a:cubicBezTo>
                  <a:pt x="350282" y="58103"/>
                  <a:pt x="355600" y="71041"/>
                  <a:pt x="355600" y="84534"/>
                </a:cubicBezTo>
                <a:lnTo>
                  <a:pt x="355600" y="114300"/>
                </a:lnTo>
                <a:lnTo>
                  <a:pt x="50800" y="114300"/>
                </a:lnTo>
                <a:lnTo>
                  <a:pt x="50800" y="50800"/>
                </a:lnTo>
                <a:close/>
                <a:moveTo>
                  <a:pt x="0" y="203200"/>
                </a:moveTo>
                <a:cubicBezTo>
                  <a:pt x="0" y="175181"/>
                  <a:pt x="22781" y="152400"/>
                  <a:pt x="50800" y="152400"/>
                </a:cubicBezTo>
                <a:lnTo>
                  <a:pt x="355600" y="152400"/>
                </a:lnTo>
                <a:cubicBezTo>
                  <a:pt x="383619" y="152400"/>
                  <a:pt x="406400" y="175181"/>
                  <a:pt x="406400" y="203200"/>
                </a:cubicBezTo>
                <a:lnTo>
                  <a:pt x="406400" y="279400"/>
                </a:lnTo>
                <a:cubicBezTo>
                  <a:pt x="406400" y="293449"/>
                  <a:pt x="395049" y="304800"/>
                  <a:pt x="381000" y="304800"/>
                </a:cubicBezTo>
                <a:lnTo>
                  <a:pt x="355600" y="304800"/>
                </a:lnTo>
                <a:lnTo>
                  <a:pt x="355600" y="355600"/>
                </a:lnTo>
                <a:cubicBezTo>
                  <a:pt x="355600" y="383619"/>
                  <a:pt x="332819" y="406400"/>
                  <a:pt x="304800" y="406400"/>
                </a:cubicBezTo>
                <a:lnTo>
                  <a:pt x="101600" y="406400"/>
                </a:lnTo>
                <a:cubicBezTo>
                  <a:pt x="73581" y="406400"/>
                  <a:pt x="50800" y="383619"/>
                  <a:pt x="50800" y="355600"/>
                </a:cubicBezTo>
                <a:lnTo>
                  <a:pt x="50800" y="304800"/>
                </a:lnTo>
                <a:lnTo>
                  <a:pt x="25400" y="304800"/>
                </a:lnTo>
                <a:cubicBezTo>
                  <a:pt x="11351" y="304800"/>
                  <a:pt x="0" y="293449"/>
                  <a:pt x="0" y="279400"/>
                </a:cubicBezTo>
                <a:lnTo>
                  <a:pt x="0" y="203200"/>
                </a:lnTo>
                <a:close/>
                <a:moveTo>
                  <a:pt x="101600" y="330200"/>
                </a:moveTo>
                <a:lnTo>
                  <a:pt x="101600" y="355600"/>
                </a:lnTo>
                <a:lnTo>
                  <a:pt x="304800" y="355600"/>
                </a:lnTo>
                <a:lnTo>
                  <a:pt x="304800" y="279400"/>
                </a:lnTo>
                <a:lnTo>
                  <a:pt x="101600" y="279400"/>
                </a:lnTo>
                <a:lnTo>
                  <a:pt x="101600" y="330200"/>
                </a:lnTo>
                <a:close/>
                <a:moveTo>
                  <a:pt x="361950" y="215900"/>
                </a:moveTo>
                <a:cubicBezTo>
                  <a:pt x="361950" y="205386"/>
                  <a:pt x="353414" y="196850"/>
                  <a:pt x="342900" y="196850"/>
                </a:cubicBezTo>
                <a:cubicBezTo>
                  <a:pt x="332386" y="196850"/>
                  <a:pt x="323850" y="205386"/>
                  <a:pt x="323850" y="215900"/>
                </a:cubicBezTo>
                <a:cubicBezTo>
                  <a:pt x="323850" y="226414"/>
                  <a:pt x="332386" y="234950"/>
                  <a:pt x="342900" y="234950"/>
                </a:cubicBezTo>
                <a:cubicBezTo>
                  <a:pt x="353414" y="234950"/>
                  <a:pt x="361950" y="226414"/>
                  <a:pt x="361950" y="2159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6667500" y="22225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Printer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67500" y="26035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Produces hard copies: inkjet, laser, and 3D printers.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032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61700" y="23495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423545" y="25797"/>
                </a:moveTo>
                <a:cubicBezTo>
                  <a:pt x="415369" y="19129"/>
                  <a:pt x="403384" y="20399"/>
                  <a:pt x="396716" y="28575"/>
                </a:cubicBezTo>
                <a:cubicBezTo>
                  <a:pt x="390049" y="36751"/>
                  <a:pt x="391319" y="48736"/>
                  <a:pt x="399494" y="55404"/>
                </a:cubicBezTo>
                <a:cubicBezTo>
                  <a:pt x="442516" y="90329"/>
                  <a:pt x="469900" y="143510"/>
                  <a:pt x="469900" y="203200"/>
                </a:cubicBezTo>
                <a:cubicBezTo>
                  <a:pt x="469900" y="262890"/>
                  <a:pt x="442516" y="316071"/>
                  <a:pt x="399494" y="351076"/>
                </a:cubicBezTo>
                <a:cubicBezTo>
                  <a:pt x="391319" y="357743"/>
                  <a:pt x="390128" y="369729"/>
                  <a:pt x="396716" y="377904"/>
                </a:cubicBezTo>
                <a:cubicBezTo>
                  <a:pt x="403304" y="386080"/>
                  <a:pt x="415369" y="387271"/>
                  <a:pt x="423545" y="380683"/>
                </a:cubicBezTo>
                <a:cubicBezTo>
                  <a:pt x="475059" y="338693"/>
                  <a:pt x="508000" y="274796"/>
                  <a:pt x="508000" y="203200"/>
                </a:cubicBezTo>
                <a:cubicBezTo>
                  <a:pt x="508000" y="131604"/>
                  <a:pt x="475059" y="67628"/>
                  <a:pt x="423545" y="25797"/>
                </a:cubicBezTo>
                <a:close/>
                <a:moveTo>
                  <a:pt x="375523" y="84931"/>
                </a:moveTo>
                <a:cubicBezTo>
                  <a:pt x="367348" y="78264"/>
                  <a:pt x="355362" y="79534"/>
                  <a:pt x="348694" y="87709"/>
                </a:cubicBezTo>
                <a:cubicBezTo>
                  <a:pt x="342027" y="95885"/>
                  <a:pt x="343297" y="107871"/>
                  <a:pt x="351473" y="114538"/>
                </a:cubicBezTo>
                <a:cubicBezTo>
                  <a:pt x="377269" y="135493"/>
                  <a:pt x="393700" y="167402"/>
                  <a:pt x="393700" y="203200"/>
                </a:cubicBezTo>
                <a:cubicBezTo>
                  <a:pt x="393700" y="238998"/>
                  <a:pt x="377269" y="270907"/>
                  <a:pt x="351473" y="291941"/>
                </a:cubicBezTo>
                <a:cubicBezTo>
                  <a:pt x="343297" y="298609"/>
                  <a:pt x="342106" y="310594"/>
                  <a:pt x="348694" y="318770"/>
                </a:cubicBezTo>
                <a:cubicBezTo>
                  <a:pt x="355283" y="326946"/>
                  <a:pt x="367348" y="328136"/>
                  <a:pt x="375523" y="321548"/>
                </a:cubicBezTo>
                <a:cubicBezTo>
                  <a:pt x="409813" y="293608"/>
                  <a:pt x="431800" y="250984"/>
                  <a:pt x="431800" y="203279"/>
                </a:cubicBezTo>
                <a:cubicBezTo>
                  <a:pt x="431800" y="155575"/>
                  <a:pt x="409813" y="112951"/>
                  <a:pt x="375523" y="85011"/>
                </a:cubicBezTo>
                <a:close/>
                <a:moveTo>
                  <a:pt x="327501" y="144066"/>
                </a:moveTo>
                <a:cubicBezTo>
                  <a:pt x="319326" y="137398"/>
                  <a:pt x="307340" y="138668"/>
                  <a:pt x="300673" y="146844"/>
                </a:cubicBezTo>
                <a:cubicBezTo>
                  <a:pt x="294005" y="155019"/>
                  <a:pt x="295275" y="167005"/>
                  <a:pt x="303451" y="173673"/>
                </a:cubicBezTo>
                <a:cubicBezTo>
                  <a:pt x="312023" y="180658"/>
                  <a:pt x="317500" y="191294"/>
                  <a:pt x="317500" y="203200"/>
                </a:cubicBezTo>
                <a:cubicBezTo>
                  <a:pt x="317500" y="215106"/>
                  <a:pt x="312023" y="225742"/>
                  <a:pt x="303451" y="232807"/>
                </a:cubicBezTo>
                <a:cubicBezTo>
                  <a:pt x="295275" y="239474"/>
                  <a:pt x="294084" y="251460"/>
                  <a:pt x="300673" y="259636"/>
                </a:cubicBezTo>
                <a:cubicBezTo>
                  <a:pt x="307261" y="267811"/>
                  <a:pt x="319326" y="269002"/>
                  <a:pt x="327501" y="262414"/>
                </a:cubicBezTo>
                <a:cubicBezTo>
                  <a:pt x="344567" y="248364"/>
                  <a:pt x="355600" y="227092"/>
                  <a:pt x="355600" y="203200"/>
                </a:cubicBezTo>
                <a:cubicBezTo>
                  <a:pt x="355600" y="179308"/>
                  <a:pt x="344567" y="158036"/>
                  <a:pt x="327501" y="144066"/>
                </a:cubicBezTo>
                <a:close/>
                <a:moveTo>
                  <a:pt x="63500" y="279400"/>
                </a:moveTo>
                <a:lnTo>
                  <a:pt x="101600" y="279400"/>
                </a:lnTo>
                <a:lnTo>
                  <a:pt x="208042" y="374015"/>
                </a:lnTo>
                <a:cubicBezTo>
                  <a:pt x="213122" y="378539"/>
                  <a:pt x="219631" y="381000"/>
                  <a:pt x="226378" y="381000"/>
                </a:cubicBezTo>
                <a:cubicBezTo>
                  <a:pt x="241618" y="381000"/>
                  <a:pt x="254000" y="368617"/>
                  <a:pt x="254000" y="353378"/>
                </a:cubicBezTo>
                <a:lnTo>
                  <a:pt x="254000" y="53023"/>
                </a:lnTo>
                <a:cubicBezTo>
                  <a:pt x="254000" y="37783"/>
                  <a:pt x="241618" y="25400"/>
                  <a:pt x="226378" y="25400"/>
                </a:cubicBezTo>
                <a:cubicBezTo>
                  <a:pt x="219631" y="25400"/>
                  <a:pt x="213122" y="27861"/>
                  <a:pt x="208042" y="32385"/>
                </a:cubicBezTo>
                <a:lnTo>
                  <a:pt x="101600" y="127000"/>
                </a:lnTo>
                <a:lnTo>
                  <a:pt x="63500" y="127000"/>
                </a:lnTo>
                <a:cubicBezTo>
                  <a:pt x="42466" y="127000"/>
                  <a:pt x="25400" y="144066"/>
                  <a:pt x="25400" y="165100"/>
                </a:cubicBezTo>
                <a:lnTo>
                  <a:pt x="25400" y="241300"/>
                </a:lnTo>
                <a:cubicBezTo>
                  <a:pt x="25400" y="262334"/>
                  <a:pt x="42466" y="279400"/>
                  <a:pt x="63500" y="2794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11684000" y="22225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Speakers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684000" y="26035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Delivers audio output for multimedia and alerts.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619500"/>
            <a:ext cx="14732000" cy="254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3873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Devices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4381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devices retain data when power is off. Each type offers different speed, capacity, and portability trade-offs.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016500"/>
            <a:ext cx="2794000" cy="2540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4900" y="5270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206454"/>
                </a:lnTo>
                <a:cubicBezTo>
                  <a:pt x="14367" y="196374"/>
                  <a:pt x="31909" y="190500"/>
                  <a:pt x="50800" y="190500"/>
                </a:cubicBezTo>
                <a:lnTo>
                  <a:pt x="304800" y="190500"/>
                </a:lnTo>
                <a:cubicBezTo>
                  <a:pt x="323691" y="190500"/>
                  <a:pt x="341233" y="196374"/>
                  <a:pt x="355600" y="206454"/>
                </a:cubicBezTo>
                <a:lnTo>
                  <a:pt x="355600" y="76200"/>
                </a:lnTo>
                <a:cubicBezTo>
                  <a:pt x="355600" y="48181"/>
                  <a:pt x="332819" y="25400"/>
                  <a:pt x="304800" y="25400"/>
                </a:cubicBezTo>
                <a:lnTo>
                  <a:pt x="50800" y="25400"/>
                </a:lnTo>
                <a:close/>
                <a:moveTo>
                  <a:pt x="355600" y="279400"/>
                </a:moveTo>
                <a:cubicBezTo>
                  <a:pt x="355600" y="251381"/>
                  <a:pt x="332819" y="228600"/>
                  <a:pt x="304800" y="228600"/>
                </a:cubicBezTo>
                <a:lnTo>
                  <a:pt x="50800" y="228600"/>
                </a:lnTo>
                <a:cubicBezTo>
                  <a:pt x="22781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04800" y="381000"/>
                </a:lnTo>
                <a:cubicBezTo>
                  <a:pt x="332819" y="381000"/>
                  <a:pt x="355600" y="358219"/>
                  <a:pt x="355600" y="330200"/>
                </a:cubicBezTo>
                <a:lnTo>
                  <a:pt x="355600" y="279400"/>
                </a:lnTo>
                <a:close/>
                <a:moveTo>
                  <a:pt x="177800" y="304800"/>
                </a:moveTo>
                <a:cubicBezTo>
                  <a:pt x="177800" y="290781"/>
                  <a:pt x="189181" y="279400"/>
                  <a:pt x="203200" y="279400"/>
                </a:cubicBezTo>
                <a:cubicBezTo>
                  <a:pt x="217219" y="279400"/>
                  <a:pt x="228600" y="290781"/>
                  <a:pt x="228600" y="304800"/>
                </a:cubicBezTo>
                <a:cubicBezTo>
                  <a:pt x="228600" y="318819"/>
                  <a:pt x="217219" y="330200"/>
                  <a:pt x="203200" y="330200"/>
                </a:cubicBezTo>
                <a:cubicBezTo>
                  <a:pt x="189181" y="330200"/>
                  <a:pt x="177800" y="318819"/>
                  <a:pt x="177800" y="304800"/>
                </a:cubicBezTo>
                <a:close/>
                <a:moveTo>
                  <a:pt x="279400" y="279400"/>
                </a:moveTo>
                <a:cubicBezTo>
                  <a:pt x="293419" y="279400"/>
                  <a:pt x="304800" y="290781"/>
                  <a:pt x="304800" y="304800"/>
                </a:cubicBezTo>
                <a:cubicBezTo>
                  <a:pt x="304800" y="318819"/>
                  <a:pt x="293419" y="330200"/>
                  <a:pt x="279400" y="330200"/>
                </a:cubicBezTo>
                <a:cubicBezTo>
                  <a:pt x="265381" y="330200"/>
                  <a:pt x="254000" y="318819"/>
                  <a:pt x="254000" y="304800"/>
                </a:cubicBezTo>
                <a:cubicBezTo>
                  <a:pt x="254000" y="290781"/>
                  <a:pt x="265381" y="279400"/>
                  <a:pt x="279400" y="2794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1079500" y="5842000"/>
            <a:ext cx="215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HDD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9500" y="6223000"/>
            <a:ext cx="2159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Magnetic storage with large capacity at low cost. spinning disks.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911600" y="5016500"/>
            <a:ext cx="2794000" cy="2540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25" name="Shape 23"/>
          <p:cNvSpPr/>
          <p:nvPr/>
        </p:nvSpPr>
        <p:spPr>
          <a:xfrm>
            <a:off x="4254500" y="5270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68923" y="-7858"/>
                </a:moveTo>
                <a:cubicBezTo>
                  <a:pt x="278368" y="-1032"/>
                  <a:pt x="281861" y="11351"/>
                  <a:pt x="277574" y="22146"/>
                </a:cubicBezTo>
                <a:lnTo>
                  <a:pt x="215344" y="177800"/>
                </a:lnTo>
                <a:lnTo>
                  <a:pt x="330200" y="177800"/>
                </a:lnTo>
                <a:cubicBezTo>
                  <a:pt x="340916" y="177800"/>
                  <a:pt x="350441" y="184468"/>
                  <a:pt x="354092" y="194548"/>
                </a:cubicBezTo>
                <a:cubicBezTo>
                  <a:pt x="357743" y="204629"/>
                  <a:pt x="354648" y="215900"/>
                  <a:pt x="346472" y="222726"/>
                </a:cubicBezTo>
                <a:lnTo>
                  <a:pt x="117872" y="413226"/>
                </a:lnTo>
                <a:cubicBezTo>
                  <a:pt x="108903" y="420688"/>
                  <a:pt x="96123" y="421084"/>
                  <a:pt x="86678" y="414258"/>
                </a:cubicBezTo>
                <a:cubicBezTo>
                  <a:pt x="77232" y="407432"/>
                  <a:pt x="73739" y="395049"/>
                  <a:pt x="78026" y="384254"/>
                </a:cubicBezTo>
                <a:lnTo>
                  <a:pt x="140256" y="228600"/>
                </a:lnTo>
                <a:lnTo>
                  <a:pt x="25400" y="228600"/>
                </a:lnTo>
                <a:cubicBezTo>
                  <a:pt x="14684" y="228600"/>
                  <a:pt x="5159" y="221933"/>
                  <a:pt x="1508" y="211852"/>
                </a:cubicBezTo>
                <a:cubicBezTo>
                  <a:pt x="-2143" y="201771"/>
                  <a:pt x="952" y="190500"/>
                  <a:pt x="9128" y="183674"/>
                </a:cubicBezTo>
                <a:lnTo>
                  <a:pt x="237728" y="-6826"/>
                </a:lnTo>
                <a:cubicBezTo>
                  <a:pt x="246698" y="-14288"/>
                  <a:pt x="259477" y="-14684"/>
                  <a:pt x="268923" y="-7858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6" name="Text 24"/>
          <p:cNvSpPr/>
          <p:nvPr/>
        </p:nvSpPr>
        <p:spPr>
          <a:xfrm>
            <a:off x="4229100" y="5842000"/>
            <a:ext cx="215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SSD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29100" y="6223000"/>
            <a:ext cx="2159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Flash memory for faster access speeds. No moving parts.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61200" y="5016500"/>
            <a:ext cx="2794000" cy="2540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29" name="Shape 27"/>
          <p:cNvSpPr/>
          <p:nvPr/>
        </p:nvSpPr>
        <p:spPr>
          <a:xfrm>
            <a:off x="7378700" y="527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28600"/>
                </a:moveTo>
                <a:cubicBezTo>
                  <a:pt x="189181" y="228600"/>
                  <a:pt x="177800" y="217219"/>
                  <a:pt x="177800" y="203200"/>
                </a:cubicBez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lose/>
                <a:moveTo>
                  <a:pt x="127000" y="203200"/>
                </a:moveTo>
                <a:cubicBezTo>
                  <a:pt x="127000" y="245256"/>
                  <a:pt x="161144" y="279400"/>
                  <a:pt x="203200" y="279400"/>
                </a:cubicBezTo>
                <a:cubicBezTo>
                  <a:pt x="245256" y="279400"/>
                  <a:pt x="279400" y="245256"/>
                  <a:pt x="279400" y="203200"/>
                </a:cubicBezTo>
                <a:cubicBezTo>
                  <a:pt x="279400" y="161144"/>
                  <a:pt x="245256" y="127000"/>
                  <a:pt x="203200" y="127000"/>
                </a:cubicBezTo>
                <a:cubicBezTo>
                  <a:pt x="161144" y="127000"/>
                  <a:pt x="127000" y="161144"/>
                  <a:pt x="127000" y="203200"/>
                </a:cubicBezTo>
                <a:close/>
                <a:moveTo>
                  <a:pt x="82550" y="190500"/>
                </a:moveTo>
                <a:cubicBezTo>
                  <a:pt x="82550" y="164783"/>
                  <a:pt x="95488" y="137636"/>
                  <a:pt x="116523" y="116523"/>
                </a:cubicBezTo>
                <a:cubicBezTo>
                  <a:pt x="137557" y="95409"/>
                  <a:pt x="164783" y="82550"/>
                  <a:pt x="190500" y="82550"/>
                </a:cubicBezTo>
                <a:cubicBezTo>
                  <a:pt x="201057" y="82550"/>
                  <a:pt x="209550" y="74057"/>
                  <a:pt x="209550" y="63500"/>
                </a:cubicBezTo>
                <a:cubicBezTo>
                  <a:pt x="209550" y="52943"/>
                  <a:pt x="201057" y="44450"/>
                  <a:pt x="190500" y="44450"/>
                </a:cubicBezTo>
                <a:cubicBezTo>
                  <a:pt x="152479" y="44450"/>
                  <a:pt x="116126" y="63103"/>
                  <a:pt x="89614" y="89614"/>
                </a:cubicBezTo>
                <a:cubicBezTo>
                  <a:pt x="63103" y="116126"/>
                  <a:pt x="44450" y="152479"/>
                  <a:pt x="44450" y="190500"/>
                </a:cubicBezTo>
                <a:cubicBezTo>
                  <a:pt x="44450" y="201057"/>
                  <a:pt x="52943" y="209550"/>
                  <a:pt x="63500" y="209550"/>
                </a:cubicBezTo>
                <a:cubicBezTo>
                  <a:pt x="74057" y="209550"/>
                  <a:pt x="82550" y="201057"/>
                  <a:pt x="82550" y="1905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30" name="Text 28"/>
          <p:cNvSpPr/>
          <p:nvPr/>
        </p:nvSpPr>
        <p:spPr>
          <a:xfrm>
            <a:off x="7378700" y="5842000"/>
            <a:ext cx="215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Optical Discs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78700" y="6223000"/>
            <a:ext cx="2159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CD, DVD, Blu-ray for removable storage and media distribution.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210800" y="5016500"/>
            <a:ext cx="2794000" cy="2540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33" name="Shape 31"/>
          <p:cNvSpPr/>
          <p:nvPr/>
        </p:nvSpPr>
        <p:spPr>
          <a:xfrm>
            <a:off x="10528300" y="527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/>
            </a:pathLst>
          </a:custGeom>
          <a:solidFill>
            <a:srgbClr val="0D7377"/>
          </a:solidFill>
          <a:ln/>
        </p:spPr>
      </p:sp>
      <p:sp>
        <p:nvSpPr>
          <p:cNvPr id="34" name="Text 32"/>
          <p:cNvSpPr/>
          <p:nvPr/>
        </p:nvSpPr>
        <p:spPr>
          <a:xfrm>
            <a:off x="10528300" y="5842000"/>
            <a:ext cx="215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USB / Flash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528300" y="6223000"/>
            <a:ext cx="2159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Portable storage solutions for data transfer and backup.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3360400" y="5016500"/>
            <a:ext cx="2133600" cy="2540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37" name="Shape 35"/>
          <p:cNvSpPr/>
          <p:nvPr/>
        </p:nvSpPr>
        <p:spPr>
          <a:xfrm>
            <a:off x="14008100" y="5270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0" y="266700"/>
                </a:moveTo>
                <a:cubicBezTo>
                  <a:pt x="0" y="329803"/>
                  <a:pt x="51197" y="381000"/>
                  <a:pt x="114300" y="381000"/>
                </a:cubicBezTo>
                <a:lnTo>
                  <a:pt x="355600" y="381000"/>
                </a:lnTo>
                <a:cubicBezTo>
                  <a:pt x="411718" y="381000"/>
                  <a:pt x="457200" y="335518"/>
                  <a:pt x="457200" y="279400"/>
                </a:cubicBezTo>
                <a:cubicBezTo>
                  <a:pt x="457200" y="238442"/>
                  <a:pt x="432991" y="203121"/>
                  <a:pt x="398066" y="187087"/>
                </a:cubicBezTo>
                <a:cubicBezTo>
                  <a:pt x="403384" y="176689"/>
                  <a:pt x="406400" y="164862"/>
                  <a:pt x="406400" y="152400"/>
                </a:cubicBezTo>
                <a:cubicBezTo>
                  <a:pt x="406400" y="110331"/>
                  <a:pt x="372269" y="76200"/>
                  <a:pt x="330200" y="76200"/>
                </a:cubicBezTo>
                <a:cubicBezTo>
                  <a:pt x="316151" y="76200"/>
                  <a:pt x="303054" y="80010"/>
                  <a:pt x="291783" y="86598"/>
                </a:cubicBezTo>
                <a:cubicBezTo>
                  <a:pt x="272653" y="50244"/>
                  <a:pt x="234474" y="25400"/>
                  <a:pt x="190500" y="25400"/>
                </a:cubicBezTo>
                <a:cubicBezTo>
                  <a:pt x="127397" y="25400"/>
                  <a:pt x="76200" y="76597"/>
                  <a:pt x="76200" y="139700"/>
                </a:cubicBezTo>
                <a:cubicBezTo>
                  <a:pt x="76200" y="146050"/>
                  <a:pt x="76756" y="152321"/>
                  <a:pt x="77708" y="158353"/>
                </a:cubicBezTo>
                <a:cubicBezTo>
                  <a:pt x="32544" y="173593"/>
                  <a:pt x="0" y="216376"/>
                  <a:pt x="0" y="2667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13614400" y="5842000"/>
            <a:ext cx="177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3614400" y="6223000"/>
            <a:ext cx="165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data access over the internet from any device.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Based Systems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Computer Based System (CBS)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an organized integration of hardware, software, data, people, and procedures working together to achieve specific goals.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47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984500"/>
            <a:ext cx="2794000" cy="20955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7" name="Shape 5"/>
          <p:cNvSpPr/>
          <p:nvPr/>
        </p:nvSpPr>
        <p:spPr>
          <a:xfrm>
            <a:off x="1035050" y="3238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37211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4064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Performs tasks with minimal human intervention.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11600" y="2984500"/>
            <a:ext cx="2794000" cy="20955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1" name="Shape 9"/>
          <p:cNvSpPr/>
          <p:nvPr/>
        </p:nvSpPr>
        <p:spPr>
          <a:xfrm>
            <a:off x="4206875" y="3238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91356" y="66675"/>
                </a:moveTo>
                <a:cubicBezTo>
                  <a:pt x="279827" y="66675"/>
                  <a:pt x="268645" y="69800"/>
                  <a:pt x="258852" y="75496"/>
                </a:cubicBezTo>
                <a:cubicBezTo>
                  <a:pt x="247878" y="64383"/>
                  <a:pt x="235099" y="55076"/>
                  <a:pt x="221000" y="48062"/>
                </a:cubicBezTo>
                <a:cubicBezTo>
                  <a:pt x="240586" y="31393"/>
                  <a:pt x="265519" y="22225"/>
                  <a:pt x="291356" y="22225"/>
                </a:cubicBezTo>
                <a:cubicBezTo>
                  <a:pt x="351363" y="22225"/>
                  <a:pt x="400050" y="70842"/>
                  <a:pt x="400050" y="130919"/>
                </a:cubicBezTo>
                <a:cubicBezTo>
                  <a:pt x="400050" y="159742"/>
                  <a:pt x="388590" y="187385"/>
                  <a:pt x="368240" y="207734"/>
                </a:cubicBezTo>
                <a:lnTo>
                  <a:pt x="318859" y="257115"/>
                </a:lnTo>
                <a:cubicBezTo>
                  <a:pt x="298510" y="277465"/>
                  <a:pt x="270867" y="288925"/>
                  <a:pt x="242044" y="288925"/>
                </a:cubicBezTo>
                <a:cubicBezTo>
                  <a:pt x="182037" y="288925"/>
                  <a:pt x="133350" y="240308"/>
                  <a:pt x="133350" y="180231"/>
                </a:cubicBezTo>
                <a:cubicBezTo>
                  <a:pt x="133350" y="179189"/>
                  <a:pt x="133350" y="178147"/>
                  <a:pt x="133419" y="177105"/>
                </a:cubicBezTo>
                <a:cubicBezTo>
                  <a:pt x="133767" y="164812"/>
                  <a:pt x="143976" y="155158"/>
                  <a:pt x="156270" y="155506"/>
                </a:cubicBezTo>
                <a:cubicBezTo>
                  <a:pt x="168563" y="155853"/>
                  <a:pt x="178217" y="166062"/>
                  <a:pt x="177869" y="178356"/>
                </a:cubicBezTo>
                <a:cubicBezTo>
                  <a:pt x="177869" y="178981"/>
                  <a:pt x="177869" y="179606"/>
                  <a:pt x="177869" y="180161"/>
                </a:cubicBezTo>
                <a:cubicBezTo>
                  <a:pt x="177869" y="215652"/>
                  <a:pt x="206623" y="244406"/>
                  <a:pt x="242114" y="244406"/>
                </a:cubicBezTo>
                <a:cubicBezTo>
                  <a:pt x="259130" y="244406"/>
                  <a:pt x="275451" y="237669"/>
                  <a:pt x="287536" y="225584"/>
                </a:cubicBezTo>
                <a:lnTo>
                  <a:pt x="336917" y="176203"/>
                </a:lnTo>
                <a:cubicBezTo>
                  <a:pt x="348933" y="164187"/>
                  <a:pt x="355739" y="147796"/>
                  <a:pt x="355739" y="130780"/>
                </a:cubicBezTo>
                <a:cubicBezTo>
                  <a:pt x="355739" y="95290"/>
                  <a:pt x="326985" y="66536"/>
                  <a:pt x="291495" y="66536"/>
                </a:cubicBezTo>
                <a:close/>
                <a:moveTo>
                  <a:pt x="191135" y="120362"/>
                </a:moveTo>
                <a:cubicBezTo>
                  <a:pt x="189815" y="119807"/>
                  <a:pt x="188496" y="119043"/>
                  <a:pt x="187315" y="118209"/>
                </a:cubicBezTo>
                <a:cubicBezTo>
                  <a:pt x="178564" y="113695"/>
                  <a:pt x="168563" y="111125"/>
                  <a:pt x="158075" y="111125"/>
                </a:cubicBezTo>
                <a:cubicBezTo>
                  <a:pt x="141059" y="111125"/>
                  <a:pt x="124738" y="117862"/>
                  <a:pt x="112653" y="129947"/>
                </a:cubicBezTo>
                <a:lnTo>
                  <a:pt x="63272" y="179328"/>
                </a:lnTo>
                <a:cubicBezTo>
                  <a:pt x="51256" y="191343"/>
                  <a:pt x="44450" y="207734"/>
                  <a:pt x="44450" y="224750"/>
                </a:cubicBezTo>
                <a:cubicBezTo>
                  <a:pt x="44450" y="260241"/>
                  <a:pt x="73204" y="288994"/>
                  <a:pt x="108694" y="288994"/>
                </a:cubicBezTo>
                <a:cubicBezTo>
                  <a:pt x="120154" y="288994"/>
                  <a:pt x="131336" y="285939"/>
                  <a:pt x="141129" y="280243"/>
                </a:cubicBezTo>
                <a:cubicBezTo>
                  <a:pt x="152102" y="291356"/>
                  <a:pt x="164882" y="300663"/>
                  <a:pt x="179050" y="307677"/>
                </a:cubicBezTo>
                <a:cubicBezTo>
                  <a:pt x="159464" y="324277"/>
                  <a:pt x="134600" y="333514"/>
                  <a:pt x="108694" y="333514"/>
                </a:cubicBezTo>
                <a:cubicBezTo>
                  <a:pt x="48687" y="333514"/>
                  <a:pt x="0" y="284897"/>
                  <a:pt x="0" y="224820"/>
                </a:cubicBezTo>
                <a:cubicBezTo>
                  <a:pt x="0" y="195997"/>
                  <a:pt x="11460" y="168354"/>
                  <a:pt x="31810" y="148005"/>
                </a:cubicBezTo>
                <a:lnTo>
                  <a:pt x="81191" y="98623"/>
                </a:lnTo>
                <a:cubicBezTo>
                  <a:pt x="101540" y="78274"/>
                  <a:pt x="129183" y="66814"/>
                  <a:pt x="158006" y="66814"/>
                </a:cubicBezTo>
                <a:cubicBezTo>
                  <a:pt x="218152" y="66814"/>
                  <a:pt x="266700" y="115848"/>
                  <a:pt x="266700" y="175786"/>
                </a:cubicBezTo>
                <a:cubicBezTo>
                  <a:pt x="266700" y="176689"/>
                  <a:pt x="266700" y="177592"/>
                  <a:pt x="266700" y="178495"/>
                </a:cubicBezTo>
                <a:cubicBezTo>
                  <a:pt x="266422" y="190788"/>
                  <a:pt x="256213" y="200442"/>
                  <a:pt x="243919" y="200164"/>
                </a:cubicBezTo>
                <a:cubicBezTo>
                  <a:pt x="231626" y="199886"/>
                  <a:pt x="221972" y="189676"/>
                  <a:pt x="222250" y="177383"/>
                </a:cubicBezTo>
                <a:cubicBezTo>
                  <a:pt x="222250" y="176828"/>
                  <a:pt x="222250" y="176341"/>
                  <a:pt x="222250" y="175786"/>
                </a:cubicBezTo>
                <a:cubicBezTo>
                  <a:pt x="222250" y="152380"/>
                  <a:pt x="209748" y="131822"/>
                  <a:pt x="191135" y="120501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4229100" y="37211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29100" y="4064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multiple technologies into cohesive solutions.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61200" y="2984500"/>
            <a:ext cx="2794000" cy="20955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5" name="Shape 13"/>
          <p:cNvSpPr/>
          <p:nvPr/>
        </p:nvSpPr>
        <p:spPr>
          <a:xfrm>
            <a:off x="7400925" y="3238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2225" y="22225"/>
                </a:moveTo>
                <a:cubicBezTo>
                  <a:pt x="9932" y="22225"/>
                  <a:pt x="0" y="32157"/>
                  <a:pt x="0" y="44450"/>
                </a:cubicBezTo>
                <a:lnTo>
                  <a:pt x="0" y="111125"/>
                </a:lnTo>
                <a:cubicBezTo>
                  <a:pt x="0" y="123418"/>
                  <a:pt x="9932" y="133350"/>
                  <a:pt x="22225" y="133350"/>
                </a:cubicBezTo>
                <a:cubicBezTo>
                  <a:pt x="34518" y="133350"/>
                  <a:pt x="44450" y="123418"/>
                  <a:pt x="44450" y="111125"/>
                </a:cubicBezTo>
                <a:lnTo>
                  <a:pt x="44450" y="66675"/>
                </a:lnTo>
                <a:lnTo>
                  <a:pt x="88900" y="66675"/>
                </a:lnTo>
                <a:cubicBezTo>
                  <a:pt x="101193" y="66675"/>
                  <a:pt x="111125" y="56743"/>
                  <a:pt x="111125" y="44450"/>
                </a:cubicBezTo>
                <a:cubicBezTo>
                  <a:pt x="111125" y="32157"/>
                  <a:pt x="101193" y="22225"/>
                  <a:pt x="88900" y="22225"/>
                </a:cubicBezTo>
                <a:lnTo>
                  <a:pt x="22225" y="22225"/>
                </a:lnTo>
                <a:close/>
                <a:moveTo>
                  <a:pt x="44450" y="244475"/>
                </a:moveTo>
                <a:cubicBezTo>
                  <a:pt x="44450" y="232182"/>
                  <a:pt x="34518" y="222250"/>
                  <a:pt x="22225" y="222250"/>
                </a:cubicBezTo>
                <a:cubicBezTo>
                  <a:pt x="9932" y="222250"/>
                  <a:pt x="0" y="232182"/>
                  <a:pt x="0" y="244475"/>
                </a:cubicBezTo>
                <a:lnTo>
                  <a:pt x="0" y="311150"/>
                </a:lnTo>
                <a:cubicBezTo>
                  <a:pt x="0" y="323443"/>
                  <a:pt x="9932" y="333375"/>
                  <a:pt x="22225" y="333375"/>
                </a:cubicBezTo>
                <a:lnTo>
                  <a:pt x="88900" y="333375"/>
                </a:lnTo>
                <a:cubicBezTo>
                  <a:pt x="101193" y="333375"/>
                  <a:pt x="111125" y="323443"/>
                  <a:pt x="111125" y="311150"/>
                </a:cubicBezTo>
                <a:cubicBezTo>
                  <a:pt x="111125" y="298857"/>
                  <a:pt x="101193" y="288925"/>
                  <a:pt x="88900" y="288925"/>
                </a:cubicBezTo>
                <a:lnTo>
                  <a:pt x="44450" y="288925"/>
                </a:lnTo>
                <a:lnTo>
                  <a:pt x="44450" y="244475"/>
                </a:lnTo>
                <a:close/>
                <a:moveTo>
                  <a:pt x="222250" y="22225"/>
                </a:moveTo>
                <a:cubicBezTo>
                  <a:pt x="209957" y="22225"/>
                  <a:pt x="200025" y="32157"/>
                  <a:pt x="200025" y="44450"/>
                </a:cubicBezTo>
                <a:cubicBezTo>
                  <a:pt x="200025" y="56743"/>
                  <a:pt x="209957" y="66675"/>
                  <a:pt x="222250" y="66675"/>
                </a:cubicBezTo>
                <a:lnTo>
                  <a:pt x="266700" y="66675"/>
                </a:lnTo>
                <a:lnTo>
                  <a:pt x="266700" y="111125"/>
                </a:lnTo>
                <a:cubicBezTo>
                  <a:pt x="266700" y="123418"/>
                  <a:pt x="276632" y="133350"/>
                  <a:pt x="288925" y="133350"/>
                </a:cubicBezTo>
                <a:cubicBezTo>
                  <a:pt x="301218" y="133350"/>
                  <a:pt x="311150" y="123418"/>
                  <a:pt x="311150" y="111125"/>
                </a:cubicBezTo>
                <a:lnTo>
                  <a:pt x="311150" y="44450"/>
                </a:lnTo>
                <a:cubicBezTo>
                  <a:pt x="311150" y="32157"/>
                  <a:pt x="301218" y="22225"/>
                  <a:pt x="288925" y="22225"/>
                </a:cubicBezTo>
                <a:lnTo>
                  <a:pt x="222250" y="22225"/>
                </a:lnTo>
                <a:close/>
                <a:moveTo>
                  <a:pt x="311150" y="244475"/>
                </a:moveTo>
                <a:cubicBezTo>
                  <a:pt x="311150" y="232182"/>
                  <a:pt x="301218" y="222250"/>
                  <a:pt x="288925" y="222250"/>
                </a:cubicBezTo>
                <a:cubicBezTo>
                  <a:pt x="276632" y="222250"/>
                  <a:pt x="266700" y="232182"/>
                  <a:pt x="266700" y="244475"/>
                </a:cubicBezTo>
                <a:lnTo>
                  <a:pt x="266700" y="288925"/>
                </a:lnTo>
                <a:lnTo>
                  <a:pt x="222250" y="288925"/>
                </a:lnTo>
                <a:cubicBezTo>
                  <a:pt x="209957" y="288925"/>
                  <a:pt x="200025" y="298857"/>
                  <a:pt x="200025" y="311150"/>
                </a:cubicBezTo>
                <a:cubicBezTo>
                  <a:pt x="200025" y="323443"/>
                  <a:pt x="209957" y="333375"/>
                  <a:pt x="222250" y="333375"/>
                </a:cubicBezTo>
                <a:lnTo>
                  <a:pt x="288925" y="333375"/>
                </a:lnTo>
                <a:cubicBezTo>
                  <a:pt x="301218" y="333375"/>
                  <a:pt x="311150" y="323443"/>
                  <a:pt x="311150" y="311150"/>
                </a:cubicBezTo>
                <a:lnTo>
                  <a:pt x="311150" y="244475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7378700" y="37211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78700" y="4064000"/>
            <a:ext cx="215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Grows to handle increasing workloads and users.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210800" y="2984500"/>
            <a:ext cx="2794000" cy="20955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28300" y="323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10528300" y="37211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28300" y="4064000"/>
            <a:ext cx="215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Operates consistently with minimal errors.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360400" y="2984500"/>
            <a:ext cx="2133600" cy="20955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23" name="Shape 21"/>
          <p:cNvSpPr/>
          <p:nvPr/>
        </p:nvSpPr>
        <p:spPr>
          <a:xfrm>
            <a:off x="13989050" y="3238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22250" y="155575"/>
                </a:moveTo>
                <a:cubicBezTo>
                  <a:pt x="262116" y="155575"/>
                  <a:pt x="294481" y="123209"/>
                  <a:pt x="294481" y="83344"/>
                </a:cubicBezTo>
                <a:cubicBezTo>
                  <a:pt x="294481" y="43478"/>
                  <a:pt x="262116" y="11112"/>
                  <a:pt x="222250" y="11112"/>
                </a:cubicBezTo>
                <a:cubicBezTo>
                  <a:pt x="182384" y="11112"/>
                  <a:pt x="150019" y="43478"/>
                  <a:pt x="150019" y="83344"/>
                </a:cubicBezTo>
                <a:cubicBezTo>
                  <a:pt x="150019" y="123209"/>
                  <a:pt x="182384" y="155575"/>
                  <a:pt x="222250" y="155575"/>
                </a:cubicBezTo>
                <a:close/>
                <a:moveTo>
                  <a:pt x="66675" y="161131"/>
                </a:moveTo>
                <a:cubicBezTo>
                  <a:pt x="94274" y="161131"/>
                  <a:pt x="116681" y="138724"/>
                  <a:pt x="116681" y="111125"/>
                </a:cubicBezTo>
                <a:cubicBezTo>
                  <a:pt x="116681" y="83526"/>
                  <a:pt x="94274" y="61119"/>
                  <a:pt x="66675" y="61119"/>
                </a:cubicBezTo>
                <a:cubicBezTo>
                  <a:pt x="39076" y="61119"/>
                  <a:pt x="16669" y="83526"/>
                  <a:pt x="16669" y="111125"/>
                </a:cubicBezTo>
                <a:cubicBezTo>
                  <a:pt x="16669" y="138724"/>
                  <a:pt x="39076" y="161131"/>
                  <a:pt x="66675" y="161131"/>
                </a:cubicBezTo>
                <a:close/>
                <a:moveTo>
                  <a:pt x="0" y="288925"/>
                </a:moveTo>
                <a:lnTo>
                  <a:pt x="0" y="311150"/>
                </a:lnTo>
                <a:cubicBezTo>
                  <a:pt x="0" y="323443"/>
                  <a:pt x="9932" y="333375"/>
                  <a:pt x="22225" y="333375"/>
                </a:cubicBezTo>
                <a:lnTo>
                  <a:pt x="82441" y="333375"/>
                </a:lnTo>
                <a:cubicBezTo>
                  <a:pt x="79454" y="326569"/>
                  <a:pt x="77788" y="319068"/>
                  <a:pt x="77788" y="311150"/>
                </a:cubicBezTo>
                <a:lnTo>
                  <a:pt x="77788" y="300038"/>
                </a:lnTo>
                <a:cubicBezTo>
                  <a:pt x="77788" y="263088"/>
                  <a:pt x="91678" y="229334"/>
                  <a:pt x="114528" y="203775"/>
                </a:cubicBezTo>
                <a:cubicBezTo>
                  <a:pt x="106402" y="201345"/>
                  <a:pt x="97790" y="200025"/>
                  <a:pt x="88900" y="200025"/>
                </a:cubicBezTo>
                <a:cubicBezTo>
                  <a:pt x="39797" y="200025"/>
                  <a:pt x="0" y="239822"/>
                  <a:pt x="0" y="288925"/>
                </a:cubicBezTo>
                <a:close/>
                <a:moveTo>
                  <a:pt x="427831" y="111125"/>
                </a:moveTo>
                <a:cubicBezTo>
                  <a:pt x="427831" y="83526"/>
                  <a:pt x="405424" y="61119"/>
                  <a:pt x="377825" y="61119"/>
                </a:cubicBezTo>
                <a:cubicBezTo>
                  <a:pt x="350226" y="61119"/>
                  <a:pt x="327819" y="83526"/>
                  <a:pt x="327819" y="111125"/>
                </a:cubicBezTo>
                <a:cubicBezTo>
                  <a:pt x="327819" y="138724"/>
                  <a:pt x="350226" y="161131"/>
                  <a:pt x="377825" y="161131"/>
                </a:cubicBezTo>
                <a:cubicBezTo>
                  <a:pt x="405424" y="161131"/>
                  <a:pt x="427831" y="138724"/>
                  <a:pt x="427831" y="111125"/>
                </a:cubicBezTo>
                <a:close/>
                <a:moveTo>
                  <a:pt x="111125" y="300038"/>
                </a:moveTo>
                <a:lnTo>
                  <a:pt x="111125" y="311150"/>
                </a:lnTo>
                <a:cubicBezTo>
                  <a:pt x="111125" y="323443"/>
                  <a:pt x="121057" y="333375"/>
                  <a:pt x="133350" y="333375"/>
                </a:cubicBezTo>
                <a:lnTo>
                  <a:pt x="242253" y="333375"/>
                </a:lnTo>
                <a:cubicBezTo>
                  <a:pt x="237321" y="318373"/>
                  <a:pt x="237877" y="302538"/>
                  <a:pt x="249684" y="288925"/>
                </a:cubicBezTo>
                <a:cubicBezTo>
                  <a:pt x="239961" y="277674"/>
                  <a:pt x="235446" y="261352"/>
                  <a:pt x="241766" y="244961"/>
                </a:cubicBezTo>
                <a:cubicBezTo>
                  <a:pt x="246350" y="233085"/>
                  <a:pt x="252809" y="221972"/>
                  <a:pt x="260796" y="212110"/>
                </a:cubicBezTo>
                <a:cubicBezTo>
                  <a:pt x="264547" y="207526"/>
                  <a:pt x="268853" y="203984"/>
                  <a:pt x="273506" y="201414"/>
                </a:cubicBezTo>
                <a:cubicBezTo>
                  <a:pt x="258157" y="193427"/>
                  <a:pt x="240725" y="188913"/>
                  <a:pt x="222250" y="188913"/>
                </a:cubicBezTo>
                <a:cubicBezTo>
                  <a:pt x="160853" y="188913"/>
                  <a:pt x="111125" y="238641"/>
                  <a:pt x="111125" y="300038"/>
                </a:cubicBezTo>
                <a:close/>
                <a:moveTo>
                  <a:pt x="433804" y="269409"/>
                </a:moveTo>
                <a:cubicBezTo>
                  <a:pt x="438180" y="266908"/>
                  <a:pt x="440402" y="261699"/>
                  <a:pt x="438527" y="256907"/>
                </a:cubicBezTo>
                <a:cubicBezTo>
                  <a:pt x="435193" y="248295"/>
                  <a:pt x="430540" y="240169"/>
                  <a:pt x="424706" y="233015"/>
                </a:cubicBezTo>
                <a:cubicBezTo>
                  <a:pt x="421511" y="229056"/>
                  <a:pt x="415885" y="228362"/>
                  <a:pt x="411510" y="230932"/>
                </a:cubicBezTo>
                <a:cubicBezTo>
                  <a:pt x="396369" y="239683"/>
                  <a:pt x="377756" y="228987"/>
                  <a:pt x="377756" y="211415"/>
                </a:cubicBezTo>
                <a:cubicBezTo>
                  <a:pt x="377756" y="206345"/>
                  <a:pt x="374352" y="201831"/>
                  <a:pt x="369352" y="201067"/>
                </a:cubicBezTo>
                <a:cubicBezTo>
                  <a:pt x="360392" y="199678"/>
                  <a:pt x="350738" y="199678"/>
                  <a:pt x="341779" y="201067"/>
                </a:cubicBezTo>
                <a:cubicBezTo>
                  <a:pt x="336778" y="201831"/>
                  <a:pt x="333375" y="206345"/>
                  <a:pt x="333375" y="211415"/>
                </a:cubicBezTo>
                <a:cubicBezTo>
                  <a:pt x="333375" y="228918"/>
                  <a:pt x="314762" y="239683"/>
                  <a:pt x="299621" y="230932"/>
                </a:cubicBezTo>
                <a:cubicBezTo>
                  <a:pt x="295245" y="228431"/>
                  <a:pt x="289620" y="229126"/>
                  <a:pt x="286425" y="233015"/>
                </a:cubicBezTo>
                <a:cubicBezTo>
                  <a:pt x="280591" y="240169"/>
                  <a:pt x="275937" y="248295"/>
                  <a:pt x="272604" y="256907"/>
                </a:cubicBezTo>
                <a:cubicBezTo>
                  <a:pt x="270798" y="261630"/>
                  <a:pt x="272951" y="266839"/>
                  <a:pt x="277326" y="269339"/>
                </a:cubicBezTo>
                <a:cubicBezTo>
                  <a:pt x="292537" y="278090"/>
                  <a:pt x="292537" y="299551"/>
                  <a:pt x="277326" y="308372"/>
                </a:cubicBezTo>
                <a:cubicBezTo>
                  <a:pt x="272951" y="310872"/>
                  <a:pt x="270728" y="316081"/>
                  <a:pt x="272604" y="320804"/>
                </a:cubicBezTo>
                <a:cubicBezTo>
                  <a:pt x="275937" y="329416"/>
                  <a:pt x="280591" y="337542"/>
                  <a:pt x="286425" y="344696"/>
                </a:cubicBezTo>
                <a:cubicBezTo>
                  <a:pt x="289620" y="348655"/>
                  <a:pt x="295245" y="349349"/>
                  <a:pt x="299621" y="346779"/>
                </a:cubicBezTo>
                <a:cubicBezTo>
                  <a:pt x="314762" y="338028"/>
                  <a:pt x="333375" y="348794"/>
                  <a:pt x="333375" y="366296"/>
                </a:cubicBezTo>
                <a:cubicBezTo>
                  <a:pt x="333375" y="371366"/>
                  <a:pt x="336778" y="375880"/>
                  <a:pt x="341779" y="376644"/>
                </a:cubicBezTo>
                <a:cubicBezTo>
                  <a:pt x="350738" y="378033"/>
                  <a:pt x="360392" y="378033"/>
                  <a:pt x="369352" y="376644"/>
                </a:cubicBezTo>
                <a:cubicBezTo>
                  <a:pt x="374352" y="375880"/>
                  <a:pt x="377756" y="371366"/>
                  <a:pt x="377756" y="366296"/>
                </a:cubicBezTo>
                <a:cubicBezTo>
                  <a:pt x="377756" y="348794"/>
                  <a:pt x="396369" y="338028"/>
                  <a:pt x="411510" y="346779"/>
                </a:cubicBezTo>
                <a:cubicBezTo>
                  <a:pt x="415885" y="349280"/>
                  <a:pt x="421511" y="348585"/>
                  <a:pt x="424706" y="344696"/>
                </a:cubicBezTo>
                <a:cubicBezTo>
                  <a:pt x="430540" y="337542"/>
                  <a:pt x="435193" y="329416"/>
                  <a:pt x="438527" y="320804"/>
                </a:cubicBezTo>
                <a:cubicBezTo>
                  <a:pt x="440333" y="316081"/>
                  <a:pt x="438180" y="310872"/>
                  <a:pt x="433804" y="308372"/>
                </a:cubicBezTo>
                <a:cubicBezTo>
                  <a:pt x="418594" y="299621"/>
                  <a:pt x="418594" y="278160"/>
                  <a:pt x="433804" y="269339"/>
                </a:cubicBezTo>
                <a:close/>
                <a:moveTo>
                  <a:pt x="327819" y="288925"/>
                </a:moveTo>
                <a:cubicBezTo>
                  <a:pt x="327819" y="273592"/>
                  <a:pt x="340267" y="261144"/>
                  <a:pt x="355600" y="261144"/>
                </a:cubicBezTo>
                <a:cubicBezTo>
                  <a:pt x="370933" y="261144"/>
                  <a:pt x="383381" y="273592"/>
                  <a:pt x="383381" y="288925"/>
                </a:cubicBezTo>
                <a:cubicBezTo>
                  <a:pt x="383381" y="304258"/>
                  <a:pt x="370933" y="316706"/>
                  <a:pt x="355600" y="316706"/>
                </a:cubicBezTo>
                <a:cubicBezTo>
                  <a:pt x="340267" y="316706"/>
                  <a:pt x="327819" y="304258"/>
                  <a:pt x="327819" y="2889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3614400" y="3721100"/>
            <a:ext cx="177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614400" y="4064000"/>
            <a:ext cx="165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people and systems to work together.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527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Examples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57785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28" name="Text 26"/>
          <p:cNvSpPr/>
          <p:nvPr/>
        </p:nvSpPr>
        <p:spPr>
          <a:xfrm>
            <a:off x="1079500" y="59690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ERP Systems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79500" y="63500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Resource Planning integrates all core business processes.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78500" y="57785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31" name="Text 29"/>
          <p:cNvSpPr/>
          <p:nvPr/>
        </p:nvSpPr>
        <p:spPr>
          <a:xfrm>
            <a:off x="6096000" y="59690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CRM Platforms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96000" y="63500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Relationship Management for sales and service optimization.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795000" y="5778500"/>
            <a:ext cx="4699000" cy="1524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34" name="Text 32"/>
          <p:cNvSpPr/>
          <p:nvPr/>
        </p:nvSpPr>
        <p:spPr>
          <a:xfrm>
            <a:off x="11112500" y="59690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DSS Tools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112500" y="63500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Support Systems aid strategic planning and data-driven choices.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Software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Software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set of instructions (programs) that tells computer hardware what to do. Unlike hardware, software is intangible — it exists as code.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47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Software Categories by Function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30480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33655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412651" y="208855"/>
                </a:moveTo>
                <a:cubicBezTo>
                  <a:pt x="424755" y="205581"/>
                  <a:pt x="437455" y="211336"/>
                  <a:pt x="442912" y="222548"/>
                </a:cubicBezTo>
                <a:lnTo>
                  <a:pt x="461367" y="259854"/>
                </a:lnTo>
                <a:cubicBezTo>
                  <a:pt x="471587" y="261243"/>
                  <a:pt x="481608" y="264021"/>
                  <a:pt x="491034" y="267891"/>
                </a:cubicBezTo>
                <a:lnTo>
                  <a:pt x="525760" y="244773"/>
                </a:lnTo>
                <a:cubicBezTo>
                  <a:pt x="536178" y="237827"/>
                  <a:pt x="549970" y="239216"/>
                  <a:pt x="558800" y="248047"/>
                </a:cubicBezTo>
                <a:lnTo>
                  <a:pt x="577850" y="267097"/>
                </a:lnTo>
                <a:cubicBezTo>
                  <a:pt x="586680" y="275927"/>
                  <a:pt x="588070" y="289818"/>
                  <a:pt x="581124" y="300137"/>
                </a:cubicBezTo>
                <a:lnTo>
                  <a:pt x="558006" y="334764"/>
                </a:lnTo>
                <a:cubicBezTo>
                  <a:pt x="559891" y="339427"/>
                  <a:pt x="561578" y="344289"/>
                  <a:pt x="562967" y="349349"/>
                </a:cubicBezTo>
                <a:cubicBezTo>
                  <a:pt x="564356" y="354409"/>
                  <a:pt x="565249" y="359370"/>
                  <a:pt x="565944" y="364430"/>
                </a:cubicBezTo>
                <a:lnTo>
                  <a:pt x="603349" y="382885"/>
                </a:lnTo>
                <a:cubicBezTo>
                  <a:pt x="614561" y="388441"/>
                  <a:pt x="620316" y="401141"/>
                  <a:pt x="617041" y="413147"/>
                </a:cubicBezTo>
                <a:lnTo>
                  <a:pt x="610096" y="439142"/>
                </a:lnTo>
                <a:cubicBezTo>
                  <a:pt x="606822" y="451148"/>
                  <a:pt x="595610" y="459284"/>
                  <a:pt x="583109" y="458490"/>
                </a:cubicBezTo>
                <a:lnTo>
                  <a:pt x="541437" y="455811"/>
                </a:lnTo>
                <a:cubicBezTo>
                  <a:pt x="535186" y="463848"/>
                  <a:pt x="527943" y="471289"/>
                  <a:pt x="519708" y="477639"/>
                </a:cubicBezTo>
                <a:lnTo>
                  <a:pt x="522387" y="519212"/>
                </a:lnTo>
                <a:cubicBezTo>
                  <a:pt x="523180" y="531713"/>
                  <a:pt x="515045" y="543024"/>
                  <a:pt x="503039" y="546199"/>
                </a:cubicBezTo>
                <a:lnTo>
                  <a:pt x="477044" y="553145"/>
                </a:lnTo>
                <a:cubicBezTo>
                  <a:pt x="464939" y="556419"/>
                  <a:pt x="452338" y="550664"/>
                  <a:pt x="446782" y="539452"/>
                </a:cubicBezTo>
                <a:lnTo>
                  <a:pt x="428327" y="502146"/>
                </a:lnTo>
                <a:cubicBezTo>
                  <a:pt x="418108" y="500757"/>
                  <a:pt x="408087" y="497979"/>
                  <a:pt x="398661" y="494109"/>
                </a:cubicBezTo>
                <a:lnTo>
                  <a:pt x="363934" y="517227"/>
                </a:lnTo>
                <a:cubicBezTo>
                  <a:pt x="353516" y="524173"/>
                  <a:pt x="339725" y="522784"/>
                  <a:pt x="330895" y="513953"/>
                </a:cubicBezTo>
                <a:lnTo>
                  <a:pt x="311845" y="494903"/>
                </a:lnTo>
                <a:cubicBezTo>
                  <a:pt x="303014" y="486073"/>
                  <a:pt x="301625" y="472281"/>
                  <a:pt x="308570" y="461863"/>
                </a:cubicBezTo>
                <a:lnTo>
                  <a:pt x="331688" y="427137"/>
                </a:lnTo>
                <a:cubicBezTo>
                  <a:pt x="329803" y="422473"/>
                  <a:pt x="328116" y="417612"/>
                  <a:pt x="326727" y="412552"/>
                </a:cubicBezTo>
                <a:cubicBezTo>
                  <a:pt x="325338" y="407491"/>
                  <a:pt x="324445" y="402431"/>
                  <a:pt x="323751" y="397470"/>
                </a:cubicBezTo>
                <a:lnTo>
                  <a:pt x="286345" y="379016"/>
                </a:lnTo>
                <a:cubicBezTo>
                  <a:pt x="275134" y="373459"/>
                  <a:pt x="269478" y="360759"/>
                  <a:pt x="272653" y="348754"/>
                </a:cubicBezTo>
                <a:lnTo>
                  <a:pt x="279598" y="322759"/>
                </a:lnTo>
                <a:cubicBezTo>
                  <a:pt x="282873" y="310753"/>
                  <a:pt x="294084" y="302617"/>
                  <a:pt x="306586" y="303411"/>
                </a:cubicBezTo>
                <a:lnTo>
                  <a:pt x="348159" y="306090"/>
                </a:lnTo>
                <a:cubicBezTo>
                  <a:pt x="354409" y="298053"/>
                  <a:pt x="361652" y="290612"/>
                  <a:pt x="369887" y="284262"/>
                </a:cubicBezTo>
                <a:lnTo>
                  <a:pt x="367209" y="242788"/>
                </a:lnTo>
                <a:cubicBezTo>
                  <a:pt x="366415" y="230287"/>
                  <a:pt x="374551" y="218976"/>
                  <a:pt x="386556" y="215801"/>
                </a:cubicBezTo>
                <a:lnTo>
                  <a:pt x="412552" y="208855"/>
                </a:lnTo>
                <a:close/>
                <a:moveTo>
                  <a:pt x="444897" y="337344"/>
                </a:moveTo>
                <a:cubicBezTo>
                  <a:pt x="420802" y="337371"/>
                  <a:pt x="401263" y="356955"/>
                  <a:pt x="401290" y="381050"/>
                </a:cubicBezTo>
                <a:cubicBezTo>
                  <a:pt x="401318" y="405144"/>
                  <a:pt x="420902" y="424684"/>
                  <a:pt x="444996" y="424656"/>
                </a:cubicBezTo>
                <a:cubicBezTo>
                  <a:pt x="469091" y="424629"/>
                  <a:pt x="488630" y="405045"/>
                  <a:pt x="488603" y="380950"/>
                </a:cubicBezTo>
                <a:cubicBezTo>
                  <a:pt x="488575" y="356856"/>
                  <a:pt x="468991" y="337316"/>
                  <a:pt x="444897" y="337344"/>
                </a:cubicBezTo>
                <a:close/>
                <a:moveTo>
                  <a:pt x="223143" y="-45145"/>
                </a:moveTo>
                <a:lnTo>
                  <a:pt x="249138" y="-38199"/>
                </a:lnTo>
                <a:cubicBezTo>
                  <a:pt x="261144" y="-34925"/>
                  <a:pt x="269280" y="-23614"/>
                  <a:pt x="268486" y="-11212"/>
                </a:cubicBezTo>
                <a:lnTo>
                  <a:pt x="265807" y="30262"/>
                </a:lnTo>
                <a:cubicBezTo>
                  <a:pt x="274042" y="36612"/>
                  <a:pt x="281285" y="43954"/>
                  <a:pt x="287536" y="52090"/>
                </a:cubicBezTo>
                <a:lnTo>
                  <a:pt x="329208" y="49411"/>
                </a:lnTo>
                <a:cubicBezTo>
                  <a:pt x="341610" y="48617"/>
                  <a:pt x="352921" y="56753"/>
                  <a:pt x="356195" y="68759"/>
                </a:cubicBezTo>
                <a:lnTo>
                  <a:pt x="363141" y="94754"/>
                </a:lnTo>
                <a:cubicBezTo>
                  <a:pt x="366316" y="106759"/>
                  <a:pt x="360660" y="119459"/>
                  <a:pt x="349448" y="125016"/>
                </a:cubicBezTo>
                <a:lnTo>
                  <a:pt x="312043" y="143470"/>
                </a:lnTo>
                <a:cubicBezTo>
                  <a:pt x="311348" y="148530"/>
                  <a:pt x="310356" y="153591"/>
                  <a:pt x="309066" y="158552"/>
                </a:cubicBezTo>
                <a:cubicBezTo>
                  <a:pt x="307777" y="163512"/>
                  <a:pt x="305991" y="168473"/>
                  <a:pt x="304105" y="173137"/>
                </a:cubicBezTo>
                <a:lnTo>
                  <a:pt x="327223" y="207863"/>
                </a:lnTo>
                <a:cubicBezTo>
                  <a:pt x="334169" y="218281"/>
                  <a:pt x="332780" y="232073"/>
                  <a:pt x="323949" y="240903"/>
                </a:cubicBezTo>
                <a:lnTo>
                  <a:pt x="304899" y="259953"/>
                </a:lnTo>
                <a:cubicBezTo>
                  <a:pt x="296069" y="268784"/>
                  <a:pt x="282277" y="270173"/>
                  <a:pt x="271859" y="263227"/>
                </a:cubicBezTo>
                <a:lnTo>
                  <a:pt x="237133" y="240109"/>
                </a:lnTo>
                <a:cubicBezTo>
                  <a:pt x="227707" y="243979"/>
                  <a:pt x="217686" y="246757"/>
                  <a:pt x="207466" y="248146"/>
                </a:cubicBezTo>
                <a:lnTo>
                  <a:pt x="189012" y="285452"/>
                </a:lnTo>
                <a:cubicBezTo>
                  <a:pt x="183455" y="296664"/>
                  <a:pt x="170755" y="302320"/>
                  <a:pt x="158750" y="299145"/>
                </a:cubicBezTo>
                <a:lnTo>
                  <a:pt x="132755" y="292199"/>
                </a:lnTo>
                <a:cubicBezTo>
                  <a:pt x="120650" y="288925"/>
                  <a:pt x="112613" y="277614"/>
                  <a:pt x="113407" y="265212"/>
                </a:cubicBezTo>
                <a:lnTo>
                  <a:pt x="116086" y="223639"/>
                </a:lnTo>
                <a:cubicBezTo>
                  <a:pt x="107851" y="217289"/>
                  <a:pt x="100608" y="209947"/>
                  <a:pt x="94357" y="201811"/>
                </a:cubicBezTo>
                <a:lnTo>
                  <a:pt x="52685" y="204490"/>
                </a:lnTo>
                <a:cubicBezTo>
                  <a:pt x="40283" y="205284"/>
                  <a:pt x="28972" y="197148"/>
                  <a:pt x="25698" y="185142"/>
                </a:cubicBezTo>
                <a:lnTo>
                  <a:pt x="18752" y="159147"/>
                </a:lnTo>
                <a:cubicBezTo>
                  <a:pt x="15577" y="147141"/>
                  <a:pt x="21233" y="134441"/>
                  <a:pt x="32445" y="128885"/>
                </a:cubicBezTo>
                <a:lnTo>
                  <a:pt x="69850" y="110430"/>
                </a:lnTo>
                <a:cubicBezTo>
                  <a:pt x="70545" y="105370"/>
                  <a:pt x="71537" y="100409"/>
                  <a:pt x="72827" y="95349"/>
                </a:cubicBezTo>
                <a:cubicBezTo>
                  <a:pt x="74216" y="90289"/>
                  <a:pt x="75803" y="85427"/>
                  <a:pt x="77788" y="80764"/>
                </a:cubicBezTo>
                <a:lnTo>
                  <a:pt x="54670" y="46137"/>
                </a:lnTo>
                <a:cubicBezTo>
                  <a:pt x="47724" y="35719"/>
                  <a:pt x="49113" y="21927"/>
                  <a:pt x="57944" y="13097"/>
                </a:cubicBezTo>
                <a:lnTo>
                  <a:pt x="76994" y="-5953"/>
                </a:lnTo>
                <a:cubicBezTo>
                  <a:pt x="85824" y="-14784"/>
                  <a:pt x="99616" y="-16173"/>
                  <a:pt x="110034" y="-9227"/>
                </a:cubicBezTo>
                <a:lnTo>
                  <a:pt x="144760" y="13891"/>
                </a:lnTo>
                <a:cubicBezTo>
                  <a:pt x="154186" y="10021"/>
                  <a:pt x="164207" y="7243"/>
                  <a:pt x="174427" y="5854"/>
                </a:cubicBezTo>
                <a:lnTo>
                  <a:pt x="192881" y="-31452"/>
                </a:lnTo>
                <a:cubicBezTo>
                  <a:pt x="198437" y="-42664"/>
                  <a:pt x="211038" y="-48320"/>
                  <a:pt x="223143" y="-45145"/>
                </a:cubicBezTo>
                <a:close/>
                <a:moveTo>
                  <a:pt x="190897" y="83344"/>
                </a:moveTo>
                <a:cubicBezTo>
                  <a:pt x="166802" y="83344"/>
                  <a:pt x="147241" y="102905"/>
                  <a:pt x="147241" y="127000"/>
                </a:cubicBezTo>
                <a:cubicBezTo>
                  <a:pt x="147241" y="151095"/>
                  <a:pt x="166802" y="170656"/>
                  <a:pt x="190897" y="170656"/>
                </a:cubicBezTo>
                <a:cubicBezTo>
                  <a:pt x="214991" y="170656"/>
                  <a:pt x="234553" y="151095"/>
                  <a:pt x="234553" y="127000"/>
                </a:cubicBezTo>
                <a:cubicBezTo>
                  <a:pt x="234553" y="102905"/>
                  <a:pt x="214991" y="83344"/>
                  <a:pt x="190897" y="83344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40640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Software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45085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Manages computer resources and provides a platform for applications to run.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Includes operating systems and device drivers.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30480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1" name="Shape 9"/>
          <p:cNvSpPr/>
          <p:nvPr/>
        </p:nvSpPr>
        <p:spPr>
          <a:xfrm>
            <a:off x="6096000" y="336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28476" y="63500"/>
                  <a:pt x="0" y="91976"/>
                  <a:pt x="0" y="127000"/>
                </a:cubicBezTo>
                <a:lnTo>
                  <a:pt x="0" y="381000"/>
                </a:lnTo>
                <a:cubicBezTo>
                  <a:pt x="0" y="416024"/>
                  <a:pt x="28476" y="444500"/>
                  <a:pt x="63500" y="444500"/>
                </a:cubicBezTo>
                <a:lnTo>
                  <a:pt x="444500" y="444500"/>
                </a:lnTo>
                <a:cubicBezTo>
                  <a:pt x="479524" y="444500"/>
                  <a:pt x="508000" y="416024"/>
                  <a:pt x="508000" y="381000"/>
                </a:cubicBezTo>
                <a:lnTo>
                  <a:pt x="508000" y="127000"/>
                </a:lnTo>
                <a:cubicBezTo>
                  <a:pt x="508000" y="91976"/>
                  <a:pt x="479524" y="63500"/>
                  <a:pt x="444500" y="63500"/>
                </a:cubicBezTo>
                <a:lnTo>
                  <a:pt x="63500" y="63500"/>
                </a:lnTo>
                <a:close/>
                <a:moveTo>
                  <a:pt x="87313" y="127000"/>
                </a:moveTo>
                <a:lnTo>
                  <a:pt x="420688" y="127000"/>
                </a:lnTo>
                <a:cubicBezTo>
                  <a:pt x="433884" y="127000"/>
                  <a:pt x="444500" y="137616"/>
                  <a:pt x="444500" y="150813"/>
                </a:cubicBezTo>
                <a:cubicBezTo>
                  <a:pt x="444500" y="164009"/>
                  <a:pt x="433884" y="174625"/>
                  <a:pt x="420688" y="174625"/>
                </a:cubicBezTo>
                <a:lnTo>
                  <a:pt x="87313" y="174625"/>
                </a:lnTo>
                <a:cubicBezTo>
                  <a:pt x="74116" y="174625"/>
                  <a:pt x="63500" y="164009"/>
                  <a:pt x="63500" y="150813"/>
                </a:cubicBezTo>
                <a:cubicBezTo>
                  <a:pt x="63500" y="137616"/>
                  <a:pt x="74116" y="127000"/>
                  <a:pt x="87313" y="1270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0" y="40640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Software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45085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Performs specific tasks for users: word processing, spreadsheets, browsers, games.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software users interact with daily.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30480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80750" y="3365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57981" y="1191"/>
                </a:moveTo>
                <a:cubicBezTo>
                  <a:pt x="341114" y="-3671"/>
                  <a:pt x="323552" y="6152"/>
                  <a:pt x="318691" y="23019"/>
                </a:cubicBezTo>
                <a:lnTo>
                  <a:pt x="191691" y="467519"/>
                </a:lnTo>
                <a:cubicBezTo>
                  <a:pt x="186829" y="484386"/>
                  <a:pt x="196652" y="501948"/>
                  <a:pt x="213519" y="506809"/>
                </a:cubicBezTo>
                <a:cubicBezTo>
                  <a:pt x="230386" y="511671"/>
                  <a:pt x="247948" y="501848"/>
                  <a:pt x="252809" y="484981"/>
                </a:cubicBezTo>
                <a:lnTo>
                  <a:pt x="379809" y="40481"/>
                </a:lnTo>
                <a:cubicBezTo>
                  <a:pt x="384671" y="23614"/>
                  <a:pt x="374848" y="6052"/>
                  <a:pt x="357981" y="1191"/>
                </a:cubicBezTo>
                <a:close/>
                <a:moveTo>
                  <a:pt x="422077" y="136227"/>
                </a:moveTo>
                <a:cubicBezTo>
                  <a:pt x="409674" y="148630"/>
                  <a:pt x="409674" y="168771"/>
                  <a:pt x="422077" y="181173"/>
                </a:cubicBezTo>
                <a:lnTo>
                  <a:pt x="494903" y="254000"/>
                </a:lnTo>
                <a:lnTo>
                  <a:pt x="422077" y="326827"/>
                </a:lnTo>
                <a:cubicBezTo>
                  <a:pt x="409674" y="339229"/>
                  <a:pt x="409674" y="359370"/>
                  <a:pt x="422077" y="371773"/>
                </a:cubicBezTo>
                <a:cubicBezTo>
                  <a:pt x="434479" y="384175"/>
                  <a:pt x="454620" y="384175"/>
                  <a:pt x="467023" y="371773"/>
                </a:cubicBezTo>
                <a:lnTo>
                  <a:pt x="562273" y="276523"/>
                </a:lnTo>
                <a:cubicBezTo>
                  <a:pt x="574675" y="264120"/>
                  <a:pt x="574675" y="243979"/>
                  <a:pt x="562273" y="231577"/>
                </a:cubicBezTo>
                <a:lnTo>
                  <a:pt x="467023" y="136327"/>
                </a:lnTo>
                <a:cubicBezTo>
                  <a:pt x="454620" y="123924"/>
                  <a:pt x="434479" y="123924"/>
                  <a:pt x="422077" y="136327"/>
                </a:cubicBezTo>
                <a:close/>
                <a:moveTo>
                  <a:pt x="149523" y="136227"/>
                </a:moveTo>
                <a:cubicBezTo>
                  <a:pt x="137120" y="123825"/>
                  <a:pt x="116979" y="123825"/>
                  <a:pt x="104577" y="136227"/>
                </a:cubicBezTo>
                <a:lnTo>
                  <a:pt x="9327" y="231477"/>
                </a:lnTo>
                <a:cubicBezTo>
                  <a:pt x="-3076" y="243880"/>
                  <a:pt x="-3076" y="264021"/>
                  <a:pt x="9327" y="276423"/>
                </a:cubicBezTo>
                <a:lnTo>
                  <a:pt x="104577" y="371673"/>
                </a:lnTo>
                <a:cubicBezTo>
                  <a:pt x="116979" y="384076"/>
                  <a:pt x="137120" y="384076"/>
                  <a:pt x="149523" y="371673"/>
                </a:cubicBezTo>
                <a:cubicBezTo>
                  <a:pt x="161925" y="359271"/>
                  <a:pt x="161925" y="339130"/>
                  <a:pt x="149523" y="326727"/>
                </a:cubicBezTo>
                <a:lnTo>
                  <a:pt x="76696" y="254000"/>
                </a:lnTo>
                <a:lnTo>
                  <a:pt x="149423" y="181173"/>
                </a:lnTo>
                <a:cubicBezTo>
                  <a:pt x="161826" y="168771"/>
                  <a:pt x="161826" y="148630"/>
                  <a:pt x="149423" y="136227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11112500" y="40640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Software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12500" y="45085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tools for creating other software: compilers, debuggers, IDEs.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by programmers and developers.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67310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6858000"/>
            <a:ext cx="1397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software, hardware is merely an inert collection of electronic components.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Software vs Application Software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distinction between system and application software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essential for selecting the right tools.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222500"/>
            <a:ext cx="7112000" cy="5715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286000"/>
            <a:ext cx="647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Software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984500"/>
            <a:ext cx="7112000" cy="12065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8" name="Shape 6"/>
          <p:cNvSpPr/>
          <p:nvPr/>
        </p:nvSpPr>
        <p:spPr>
          <a:xfrm>
            <a:off x="1079500" y="323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  <a:moveTo>
                  <a:pt x="66675" y="66675"/>
                </a:move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00025"/>
                </a:lnTo>
                <a:cubicBezTo>
                  <a:pt x="311150" y="212318"/>
                  <a:pt x="301218" y="222250"/>
                  <a:pt x="288925" y="222250"/>
                </a:cubicBezTo>
                <a:lnTo>
                  <a:pt x="66675" y="222250"/>
                </a:lnTo>
                <a:cubicBezTo>
                  <a:pt x="54382" y="222250"/>
                  <a:pt x="44450" y="212318"/>
                  <a:pt x="44450" y="200025"/>
                </a:cubicBezTo>
                <a:lnTo>
                  <a:pt x="44450" y="88900"/>
                </a:lnTo>
                <a:cubicBezTo>
                  <a:pt x="44450" y="76607"/>
                  <a:pt x="54382" y="66675"/>
                  <a:pt x="66675" y="66675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1587500" y="3111500"/>
            <a:ext cx="596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Operating Systems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87500" y="34925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Windows, macOS, Linux, Android — manage resources and provide user interfaces.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381500"/>
            <a:ext cx="7112000" cy="12065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1725" y="4635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-22225"/>
                </a:moveTo>
                <a:cubicBezTo>
                  <a:pt x="101193" y="-22225"/>
                  <a:pt x="111125" y="-12293"/>
                  <a:pt x="111125" y="0"/>
                </a:cubicBezTo>
                <a:lnTo>
                  <a:pt x="111125" y="66675"/>
                </a:lnTo>
                <a:lnTo>
                  <a:pt x="200025" y="66675"/>
                </a:lnTo>
                <a:lnTo>
                  <a:pt x="200025" y="0"/>
                </a:lnTo>
                <a:cubicBezTo>
                  <a:pt x="200025" y="-12293"/>
                  <a:pt x="209957" y="-22225"/>
                  <a:pt x="222250" y="-22225"/>
                </a:cubicBezTo>
                <a:cubicBezTo>
                  <a:pt x="234543" y="-22225"/>
                  <a:pt x="244475" y="-12293"/>
                  <a:pt x="244475" y="0"/>
                </a:cubicBezTo>
                <a:lnTo>
                  <a:pt x="244475" y="66675"/>
                </a:ln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cubicBezTo>
                  <a:pt x="311150" y="101193"/>
                  <a:pt x="301218" y="111125"/>
                  <a:pt x="288925" y="111125"/>
                </a:cubicBezTo>
                <a:lnTo>
                  <a:pt x="288925" y="155575"/>
                </a:lnTo>
                <a:cubicBezTo>
                  <a:pt x="288925" y="221625"/>
                  <a:pt x="240863" y="276493"/>
                  <a:pt x="177800" y="287050"/>
                </a:cubicBezTo>
                <a:lnTo>
                  <a:pt x="177800" y="333375"/>
                </a:lnTo>
                <a:cubicBezTo>
                  <a:pt x="177800" y="345668"/>
                  <a:pt x="167868" y="355600"/>
                  <a:pt x="155575" y="355600"/>
                </a:cubicBezTo>
                <a:cubicBezTo>
                  <a:pt x="143282" y="355600"/>
                  <a:pt x="133350" y="345668"/>
                  <a:pt x="133350" y="333375"/>
                </a:cubicBezTo>
                <a:lnTo>
                  <a:pt x="133350" y="287050"/>
                </a:lnTo>
                <a:cubicBezTo>
                  <a:pt x="70287" y="276493"/>
                  <a:pt x="22225" y="221625"/>
                  <a:pt x="22225" y="155575"/>
                </a:cubicBezTo>
                <a:lnTo>
                  <a:pt x="22225" y="111125"/>
                </a:lnTo>
                <a:cubicBezTo>
                  <a:pt x="9932" y="111125"/>
                  <a:pt x="0" y="101193"/>
                  <a:pt x="0" y="88900"/>
                </a:cubicBezTo>
                <a:cubicBezTo>
                  <a:pt x="0" y="76607"/>
                  <a:pt x="9932" y="66675"/>
                  <a:pt x="22225" y="66675"/>
                </a:cubicBezTo>
                <a:lnTo>
                  <a:pt x="66675" y="66675"/>
                </a:lnTo>
                <a:lnTo>
                  <a:pt x="66675" y="0"/>
                </a:lnTo>
                <a:cubicBezTo>
                  <a:pt x="66675" y="-12293"/>
                  <a:pt x="76607" y="-22225"/>
                  <a:pt x="88900" y="-22225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1587500" y="4508500"/>
            <a:ext cx="596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Device Drivers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87500" y="48895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communication between hardware and the OS.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778500"/>
            <a:ext cx="7112000" cy="12065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7275" y="6032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53794" y="68481"/>
                </a:moveTo>
                <a:cubicBezTo>
                  <a:pt x="359073" y="63202"/>
                  <a:pt x="367893" y="64522"/>
                  <a:pt x="370532" y="71467"/>
                </a:cubicBezTo>
                <a:cubicBezTo>
                  <a:pt x="375255" y="83760"/>
                  <a:pt x="377825" y="97165"/>
                  <a:pt x="377825" y="111125"/>
                </a:cubicBezTo>
                <a:cubicBezTo>
                  <a:pt x="377825" y="172522"/>
                  <a:pt x="328097" y="222250"/>
                  <a:pt x="266700" y="222250"/>
                </a:cubicBezTo>
                <a:cubicBezTo>
                  <a:pt x="254546" y="222250"/>
                  <a:pt x="242808" y="220305"/>
                  <a:pt x="231835" y="216694"/>
                </a:cubicBezTo>
                <a:lnTo>
                  <a:pt x="102027" y="346502"/>
                </a:lnTo>
                <a:cubicBezTo>
                  <a:pt x="82510" y="366018"/>
                  <a:pt x="50840" y="366018"/>
                  <a:pt x="31323" y="346502"/>
                </a:cubicBezTo>
                <a:cubicBezTo>
                  <a:pt x="11807" y="326985"/>
                  <a:pt x="11807" y="295315"/>
                  <a:pt x="31323" y="275798"/>
                </a:cubicBezTo>
                <a:lnTo>
                  <a:pt x="161131" y="145990"/>
                </a:lnTo>
                <a:cubicBezTo>
                  <a:pt x="157520" y="135017"/>
                  <a:pt x="155575" y="123349"/>
                  <a:pt x="155575" y="111125"/>
                </a:cubicBezTo>
                <a:cubicBezTo>
                  <a:pt x="155575" y="49728"/>
                  <a:pt x="205303" y="0"/>
                  <a:pt x="266700" y="0"/>
                </a:cubicBezTo>
                <a:cubicBezTo>
                  <a:pt x="280660" y="0"/>
                  <a:pt x="294065" y="2570"/>
                  <a:pt x="306358" y="7293"/>
                </a:cubicBezTo>
                <a:cubicBezTo>
                  <a:pt x="313303" y="9932"/>
                  <a:pt x="314553" y="18752"/>
                  <a:pt x="309344" y="24031"/>
                </a:cubicBezTo>
                <a:lnTo>
                  <a:pt x="247739" y="85636"/>
                </a:lnTo>
                <a:cubicBezTo>
                  <a:pt x="245656" y="87719"/>
                  <a:pt x="244475" y="90567"/>
                  <a:pt x="244475" y="93484"/>
                </a:cubicBezTo>
                <a:lnTo>
                  <a:pt x="244475" y="122238"/>
                </a:lnTo>
                <a:cubicBezTo>
                  <a:pt x="244475" y="128349"/>
                  <a:pt x="249476" y="133350"/>
                  <a:pt x="255588" y="133350"/>
                </a:cubicBezTo>
                <a:lnTo>
                  <a:pt x="284341" y="133350"/>
                </a:lnTo>
                <a:cubicBezTo>
                  <a:pt x="287258" y="133350"/>
                  <a:pt x="290106" y="132169"/>
                  <a:pt x="292189" y="130086"/>
                </a:cubicBezTo>
                <a:lnTo>
                  <a:pt x="353794" y="68481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1587500" y="5905500"/>
            <a:ext cx="596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Utility Programs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87500" y="62865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Antivirus, disk cleanup, backup tools — maintain performance and security.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2222500"/>
            <a:ext cx="7112000" cy="571500"/>
          </a:xfrm>
          <a:prstGeom prst="roundRect">
            <a:avLst>
              <a:gd name="adj" fmla="val 8000"/>
            </a:avLst>
          </a:pr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8699500" y="2286000"/>
            <a:ext cx="647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Software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2984500"/>
            <a:ext cx="7112000" cy="12065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22" name="Shape 20"/>
          <p:cNvSpPr/>
          <p:nvPr/>
        </p:nvSpPr>
        <p:spPr>
          <a:xfrm>
            <a:off x="8743950" y="323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0" y="44450"/>
                </a:moveTo>
                <a:cubicBezTo>
                  <a:pt x="0" y="19933"/>
                  <a:pt x="19933" y="0"/>
                  <a:pt x="44450" y="0"/>
                </a:cubicBezTo>
                <a:lnTo>
                  <a:pt x="148282" y="0"/>
                </a:lnTo>
                <a:cubicBezTo>
                  <a:pt x="160089" y="0"/>
                  <a:pt x="171410" y="4653"/>
                  <a:pt x="179745" y="12988"/>
                </a:cubicBezTo>
                <a:lnTo>
                  <a:pt x="253712" y="87025"/>
                </a:lnTo>
                <a:cubicBezTo>
                  <a:pt x="262047" y="95359"/>
                  <a:pt x="266700" y="106680"/>
                  <a:pt x="266700" y="118487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44463" y="40630"/>
                </a:moveTo>
                <a:lnTo>
                  <a:pt x="144463" y="105569"/>
                </a:lnTo>
                <a:cubicBezTo>
                  <a:pt x="144463" y="114806"/>
                  <a:pt x="151894" y="122238"/>
                  <a:pt x="161131" y="122238"/>
                </a:cubicBezTo>
                <a:lnTo>
                  <a:pt x="226070" y="122238"/>
                </a:lnTo>
                <a:lnTo>
                  <a:pt x="144463" y="40630"/>
                </a:lnTo>
                <a:close/>
                <a:moveTo>
                  <a:pt x="94040" y="190857"/>
                </a:moveTo>
                <a:cubicBezTo>
                  <a:pt x="92025" y="181898"/>
                  <a:pt x="83135" y="176203"/>
                  <a:pt x="74176" y="178217"/>
                </a:cubicBezTo>
                <a:cubicBezTo>
                  <a:pt x="65216" y="180231"/>
                  <a:pt x="59521" y="189121"/>
                  <a:pt x="61535" y="198080"/>
                </a:cubicBezTo>
                <a:lnTo>
                  <a:pt x="83760" y="298093"/>
                </a:lnTo>
                <a:cubicBezTo>
                  <a:pt x="85358" y="305385"/>
                  <a:pt x="91678" y="310733"/>
                  <a:pt x="99179" y="311150"/>
                </a:cubicBezTo>
                <a:cubicBezTo>
                  <a:pt x="106680" y="311567"/>
                  <a:pt x="113486" y="306913"/>
                  <a:pt x="115848" y="299760"/>
                </a:cubicBezTo>
                <a:lnTo>
                  <a:pt x="133350" y="247184"/>
                </a:lnTo>
                <a:lnTo>
                  <a:pt x="150852" y="299760"/>
                </a:lnTo>
                <a:cubicBezTo>
                  <a:pt x="153214" y="306844"/>
                  <a:pt x="160020" y="311497"/>
                  <a:pt x="167521" y="311150"/>
                </a:cubicBezTo>
                <a:cubicBezTo>
                  <a:pt x="175022" y="310803"/>
                  <a:pt x="181342" y="305455"/>
                  <a:pt x="182940" y="298093"/>
                </a:cubicBezTo>
                <a:lnTo>
                  <a:pt x="205165" y="198080"/>
                </a:lnTo>
                <a:cubicBezTo>
                  <a:pt x="207179" y="189121"/>
                  <a:pt x="201484" y="180161"/>
                  <a:pt x="192524" y="178217"/>
                </a:cubicBezTo>
                <a:cubicBezTo>
                  <a:pt x="183565" y="176272"/>
                  <a:pt x="174605" y="181898"/>
                  <a:pt x="172660" y="190857"/>
                </a:cubicBezTo>
                <a:lnTo>
                  <a:pt x="163493" y="232112"/>
                </a:lnTo>
                <a:lnTo>
                  <a:pt x="149185" y="189190"/>
                </a:lnTo>
                <a:cubicBezTo>
                  <a:pt x="146893" y="182384"/>
                  <a:pt x="140573" y="177800"/>
                  <a:pt x="133350" y="177800"/>
                </a:cubicBezTo>
                <a:cubicBezTo>
                  <a:pt x="126127" y="177800"/>
                  <a:pt x="119807" y="182384"/>
                  <a:pt x="117515" y="189190"/>
                </a:cubicBezTo>
                <a:lnTo>
                  <a:pt x="103207" y="232112"/>
                </a:lnTo>
                <a:lnTo>
                  <a:pt x="94040" y="190857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3" name="Text 21"/>
          <p:cNvSpPr/>
          <p:nvPr/>
        </p:nvSpPr>
        <p:spPr>
          <a:xfrm>
            <a:off x="9207500" y="3111500"/>
            <a:ext cx="596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Productivity Software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07500" y="34925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Microsoft Office, Google Workspace — document creation, spreadsheets, presentations.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82000" y="4381500"/>
            <a:ext cx="7112000" cy="12065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26" name="Shape 24"/>
          <p:cNvSpPr/>
          <p:nvPr/>
        </p:nvSpPr>
        <p:spPr>
          <a:xfrm>
            <a:off x="8677275" y="4635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100013"/>
                </a:moveTo>
                <a:cubicBezTo>
                  <a:pt x="266700" y="167521"/>
                  <a:pt x="206970" y="222250"/>
                  <a:pt x="133350" y="222250"/>
                </a:cubicBezTo>
                <a:cubicBezTo>
                  <a:pt x="114806" y="222250"/>
                  <a:pt x="97165" y="218777"/>
                  <a:pt x="81121" y="212527"/>
                </a:cubicBezTo>
                <a:lnTo>
                  <a:pt x="24448" y="242530"/>
                </a:lnTo>
                <a:cubicBezTo>
                  <a:pt x="17988" y="245934"/>
                  <a:pt x="10071" y="244753"/>
                  <a:pt x="4862" y="239613"/>
                </a:cubicBezTo>
                <a:cubicBezTo>
                  <a:pt x="-347" y="234474"/>
                  <a:pt x="-1528" y="226487"/>
                  <a:pt x="1945" y="220028"/>
                </a:cubicBezTo>
                <a:lnTo>
                  <a:pt x="26670" y="173355"/>
                </a:lnTo>
                <a:cubicBezTo>
                  <a:pt x="9932" y="152936"/>
                  <a:pt x="0" y="127516"/>
                  <a:pt x="0" y="100013"/>
                </a:cubicBezTo>
                <a:cubicBezTo>
                  <a:pt x="0" y="32504"/>
                  <a:pt x="59730" y="-22225"/>
                  <a:pt x="133350" y="-22225"/>
                </a:cubicBezTo>
                <a:cubicBezTo>
                  <a:pt x="206970" y="-22225"/>
                  <a:pt x="266700" y="32504"/>
                  <a:pt x="266700" y="100013"/>
                </a:cubicBezTo>
                <a:close/>
                <a:moveTo>
                  <a:pt x="266700" y="355600"/>
                </a:moveTo>
                <a:cubicBezTo>
                  <a:pt x="201345" y="355600"/>
                  <a:pt x="146963" y="312470"/>
                  <a:pt x="135572" y="255587"/>
                </a:cubicBezTo>
                <a:cubicBezTo>
                  <a:pt x="218916" y="254546"/>
                  <a:pt x="291356" y="195233"/>
                  <a:pt x="299343" y="114806"/>
                </a:cubicBezTo>
                <a:cubicBezTo>
                  <a:pt x="357197" y="128141"/>
                  <a:pt x="400050" y="176133"/>
                  <a:pt x="400050" y="233363"/>
                </a:cubicBezTo>
                <a:cubicBezTo>
                  <a:pt x="400050" y="260866"/>
                  <a:pt x="390118" y="286286"/>
                  <a:pt x="373380" y="306705"/>
                </a:cubicBezTo>
                <a:lnTo>
                  <a:pt x="398105" y="353378"/>
                </a:lnTo>
                <a:cubicBezTo>
                  <a:pt x="401509" y="359837"/>
                  <a:pt x="400328" y="367754"/>
                  <a:pt x="395188" y="372963"/>
                </a:cubicBezTo>
                <a:cubicBezTo>
                  <a:pt x="390049" y="378172"/>
                  <a:pt x="382062" y="379353"/>
                  <a:pt x="375602" y="375880"/>
                </a:cubicBezTo>
                <a:lnTo>
                  <a:pt x="318929" y="345877"/>
                </a:lnTo>
                <a:cubicBezTo>
                  <a:pt x="302885" y="352127"/>
                  <a:pt x="285244" y="355600"/>
                  <a:pt x="266700" y="3556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7" name="Text 25"/>
          <p:cNvSpPr/>
          <p:nvPr/>
        </p:nvSpPr>
        <p:spPr>
          <a:xfrm>
            <a:off x="9207500" y="4508500"/>
            <a:ext cx="596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Software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07500" y="48895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 clients, messaging apps, video conferencing tools for collaboration.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82000" y="5778500"/>
            <a:ext cx="7112000" cy="12065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30" name="Shape 28"/>
          <p:cNvSpPr/>
          <p:nvPr/>
        </p:nvSpPr>
        <p:spPr>
          <a:xfrm>
            <a:off x="8721725" y="6032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0" y="66675"/>
                </a:moveTo>
                <a:cubicBezTo>
                  <a:pt x="0" y="42158"/>
                  <a:pt x="19933" y="22225"/>
                  <a:pt x="44450" y="22225"/>
                </a:cubicBezTo>
                <a:lnTo>
                  <a:pt x="266700" y="22225"/>
                </a:lnTo>
                <a:cubicBezTo>
                  <a:pt x="291217" y="22225"/>
                  <a:pt x="311150" y="42158"/>
                  <a:pt x="311150" y="66675"/>
                </a:cubicBezTo>
                <a:lnTo>
                  <a:pt x="311150" y="288925"/>
                </a:lnTo>
                <a:cubicBezTo>
                  <a:pt x="311150" y="313442"/>
                  <a:pt x="291217" y="333375"/>
                  <a:pt x="266700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66675"/>
                </a:lnTo>
                <a:close/>
                <a:moveTo>
                  <a:pt x="33337" y="255587"/>
                </a:moveTo>
                <a:lnTo>
                  <a:pt x="33337" y="277813"/>
                </a:lnTo>
                <a:cubicBezTo>
                  <a:pt x="33337" y="283924"/>
                  <a:pt x="38338" y="288925"/>
                  <a:pt x="44450" y="288925"/>
                </a:cubicBezTo>
                <a:lnTo>
                  <a:pt x="66675" y="288925"/>
                </a:lnTo>
                <a:cubicBezTo>
                  <a:pt x="72787" y="288925"/>
                  <a:pt x="77788" y="283924"/>
                  <a:pt x="77788" y="277813"/>
                </a:cubicBezTo>
                <a:lnTo>
                  <a:pt x="77788" y="255587"/>
                </a:lnTo>
                <a:cubicBezTo>
                  <a:pt x="77788" y="249476"/>
                  <a:pt x="72787" y="244475"/>
                  <a:pt x="66675" y="244475"/>
                </a:cubicBezTo>
                <a:lnTo>
                  <a:pt x="44450" y="244475"/>
                </a:lnTo>
                <a:cubicBezTo>
                  <a:pt x="38338" y="244475"/>
                  <a:pt x="33337" y="249476"/>
                  <a:pt x="33337" y="255587"/>
                </a:cubicBezTo>
                <a:close/>
                <a:moveTo>
                  <a:pt x="244475" y="244475"/>
                </a:moveTo>
                <a:cubicBezTo>
                  <a:pt x="238363" y="244475"/>
                  <a:pt x="233363" y="249476"/>
                  <a:pt x="233363" y="255587"/>
                </a:cubicBezTo>
                <a:lnTo>
                  <a:pt x="233363" y="277813"/>
                </a:lnTo>
                <a:cubicBezTo>
                  <a:pt x="233363" y="283924"/>
                  <a:pt x="238363" y="288925"/>
                  <a:pt x="244475" y="288925"/>
                </a:cubicBezTo>
                <a:lnTo>
                  <a:pt x="266700" y="288925"/>
                </a:lnTo>
                <a:cubicBezTo>
                  <a:pt x="272812" y="288925"/>
                  <a:pt x="277813" y="283924"/>
                  <a:pt x="277813" y="277813"/>
                </a:cubicBezTo>
                <a:lnTo>
                  <a:pt x="277813" y="255587"/>
                </a:lnTo>
                <a:cubicBezTo>
                  <a:pt x="277813" y="249476"/>
                  <a:pt x="272812" y="244475"/>
                  <a:pt x="266700" y="244475"/>
                </a:cubicBezTo>
                <a:lnTo>
                  <a:pt x="244475" y="244475"/>
                </a:lnTo>
                <a:close/>
                <a:moveTo>
                  <a:pt x="33337" y="166688"/>
                </a:moveTo>
                <a:lnTo>
                  <a:pt x="33337" y="188913"/>
                </a:lnTo>
                <a:cubicBezTo>
                  <a:pt x="33337" y="195024"/>
                  <a:pt x="38338" y="200025"/>
                  <a:pt x="44450" y="200025"/>
                </a:cubicBezTo>
                <a:lnTo>
                  <a:pt x="66675" y="200025"/>
                </a:lnTo>
                <a:cubicBezTo>
                  <a:pt x="72787" y="200025"/>
                  <a:pt x="77788" y="195024"/>
                  <a:pt x="77788" y="188913"/>
                </a:cubicBezTo>
                <a:lnTo>
                  <a:pt x="77788" y="166688"/>
                </a:lnTo>
                <a:cubicBezTo>
                  <a:pt x="77788" y="160576"/>
                  <a:pt x="72787" y="155575"/>
                  <a:pt x="66675" y="155575"/>
                </a:cubicBezTo>
                <a:lnTo>
                  <a:pt x="44450" y="155575"/>
                </a:lnTo>
                <a:cubicBezTo>
                  <a:pt x="38338" y="155575"/>
                  <a:pt x="33337" y="160576"/>
                  <a:pt x="33337" y="166688"/>
                </a:cubicBezTo>
                <a:close/>
                <a:moveTo>
                  <a:pt x="244475" y="155575"/>
                </a:moveTo>
                <a:cubicBezTo>
                  <a:pt x="238363" y="155575"/>
                  <a:pt x="233363" y="160576"/>
                  <a:pt x="233363" y="166688"/>
                </a:cubicBezTo>
                <a:lnTo>
                  <a:pt x="233363" y="188913"/>
                </a:lnTo>
                <a:cubicBezTo>
                  <a:pt x="233363" y="195024"/>
                  <a:pt x="238363" y="200025"/>
                  <a:pt x="244475" y="200025"/>
                </a:cubicBezTo>
                <a:lnTo>
                  <a:pt x="266700" y="200025"/>
                </a:lnTo>
                <a:cubicBezTo>
                  <a:pt x="272812" y="200025"/>
                  <a:pt x="277813" y="195024"/>
                  <a:pt x="277813" y="188913"/>
                </a:cubicBezTo>
                <a:lnTo>
                  <a:pt x="277813" y="166688"/>
                </a:lnTo>
                <a:cubicBezTo>
                  <a:pt x="277813" y="160576"/>
                  <a:pt x="272812" y="155575"/>
                  <a:pt x="266700" y="155575"/>
                </a:cubicBezTo>
                <a:lnTo>
                  <a:pt x="244475" y="155575"/>
                </a:lnTo>
                <a:close/>
                <a:moveTo>
                  <a:pt x="33337" y="77788"/>
                </a:moveTo>
                <a:lnTo>
                  <a:pt x="33337" y="100013"/>
                </a:lnTo>
                <a:cubicBezTo>
                  <a:pt x="33337" y="106124"/>
                  <a:pt x="38338" y="111125"/>
                  <a:pt x="44450" y="111125"/>
                </a:cubicBezTo>
                <a:lnTo>
                  <a:pt x="66675" y="111125"/>
                </a:lnTo>
                <a:cubicBezTo>
                  <a:pt x="72787" y="111125"/>
                  <a:pt x="77788" y="106124"/>
                  <a:pt x="77788" y="100013"/>
                </a:cubicBezTo>
                <a:lnTo>
                  <a:pt x="77788" y="77788"/>
                </a:lnTo>
                <a:cubicBezTo>
                  <a:pt x="77788" y="71676"/>
                  <a:pt x="72787" y="66675"/>
                  <a:pt x="66675" y="66675"/>
                </a:cubicBezTo>
                <a:lnTo>
                  <a:pt x="44450" y="66675"/>
                </a:lnTo>
                <a:cubicBezTo>
                  <a:pt x="38338" y="66675"/>
                  <a:pt x="33337" y="71676"/>
                  <a:pt x="33337" y="77788"/>
                </a:cubicBezTo>
                <a:close/>
                <a:moveTo>
                  <a:pt x="244475" y="66675"/>
                </a:moveTo>
                <a:cubicBezTo>
                  <a:pt x="238363" y="66675"/>
                  <a:pt x="233363" y="71676"/>
                  <a:pt x="233363" y="77788"/>
                </a:cubicBezTo>
                <a:lnTo>
                  <a:pt x="233363" y="100013"/>
                </a:lnTo>
                <a:cubicBezTo>
                  <a:pt x="233363" y="106124"/>
                  <a:pt x="238363" y="111125"/>
                  <a:pt x="244475" y="111125"/>
                </a:cubicBezTo>
                <a:lnTo>
                  <a:pt x="266700" y="111125"/>
                </a:lnTo>
                <a:cubicBezTo>
                  <a:pt x="272812" y="111125"/>
                  <a:pt x="277813" y="106124"/>
                  <a:pt x="277813" y="100013"/>
                </a:cubicBezTo>
                <a:lnTo>
                  <a:pt x="277813" y="77788"/>
                </a:lnTo>
                <a:cubicBezTo>
                  <a:pt x="277813" y="71676"/>
                  <a:pt x="272812" y="66675"/>
                  <a:pt x="266700" y="66675"/>
                </a:cubicBezTo>
                <a:lnTo>
                  <a:pt x="244475" y="66675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31" name="Text 29"/>
          <p:cNvSpPr/>
          <p:nvPr/>
        </p:nvSpPr>
        <p:spPr>
          <a:xfrm>
            <a:off x="9207500" y="5905500"/>
            <a:ext cx="596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&amp; Business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207500" y="62865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 players, photo editors, accounting, payroll, and inventory.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Programming Languages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Programming languages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formal languages used to write software instructions. Languages are classified as low-level (direct hardware control) or high-level (human-readable syntax).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6" name="Shape 4"/>
          <p:cNvSpPr/>
          <p:nvPr/>
        </p:nvSpPr>
        <p:spPr>
          <a:xfrm>
            <a:off x="1104900" y="2794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49091" y="159147"/>
                </a:moveTo>
                <a:cubicBezTo>
                  <a:pt x="342979" y="134620"/>
                  <a:pt x="331391" y="116126"/>
                  <a:pt x="306705" y="116126"/>
                </a:cubicBezTo>
                <a:lnTo>
                  <a:pt x="274876" y="116126"/>
                </a:lnTo>
                <a:lnTo>
                  <a:pt x="274876" y="153749"/>
                </a:lnTo>
                <a:cubicBezTo>
                  <a:pt x="274876" y="182959"/>
                  <a:pt x="250111" y="207566"/>
                  <a:pt x="221853" y="207566"/>
                </a:cubicBezTo>
                <a:lnTo>
                  <a:pt x="137081" y="207566"/>
                </a:lnTo>
                <a:cubicBezTo>
                  <a:pt x="113903" y="207566"/>
                  <a:pt x="94694" y="227409"/>
                  <a:pt x="94694" y="250666"/>
                </a:cubicBezTo>
                <a:lnTo>
                  <a:pt x="94694" y="331470"/>
                </a:lnTo>
                <a:cubicBezTo>
                  <a:pt x="94694" y="354489"/>
                  <a:pt x="114697" y="367983"/>
                  <a:pt x="137081" y="374571"/>
                </a:cubicBezTo>
                <a:cubicBezTo>
                  <a:pt x="163909" y="382429"/>
                  <a:pt x="189706" y="383858"/>
                  <a:pt x="221853" y="374571"/>
                </a:cubicBezTo>
                <a:cubicBezTo>
                  <a:pt x="243205" y="368379"/>
                  <a:pt x="264239" y="355918"/>
                  <a:pt x="264239" y="331470"/>
                </a:cubicBezTo>
                <a:lnTo>
                  <a:pt x="264239" y="299164"/>
                </a:lnTo>
                <a:lnTo>
                  <a:pt x="179546" y="299164"/>
                </a:lnTo>
                <a:lnTo>
                  <a:pt x="179546" y="288369"/>
                </a:lnTo>
                <a:lnTo>
                  <a:pt x="306705" y="288369"/>
                </a:lnTo>
                <a:cubicBezTo>
                  <a:pt x="331391" y="288369"/>
                  <a:pt x="340519" y="271145"/>
                  <a:pt x="349091" y="245348"/>
                </a:cubicBezTo>
                <a:cubicBezTo>
                  <a:pt x="357981" y="218758"/>
                  <a:pt x="357584" y="193199"/>
                  <a:pt x="349091" y="159147"/>
                </a:cubicBezTo>
                <a:close/>
                <a:moveTo>
                  <a:pt x="227171" y="352981"/>
                </a:moveTo>
                <a:cubicBezTo>
                  <a:pt x="221130" y="353404"/>
                  <a:pt x="215357" y="350422"/>
                  <a:pt x="212208" y="345249"/>
                </a:cubicBezTo>
                <a:cubicBezTo>
                  <a:pt x="209058" y="340077"/>
                  <a:pt x="209058" y="333579"/>
                  <a:pt x="212208" y="328406"/>
                </a:cubicBezTo>
                <a:cubicBezTo>
                  <a:pt x="215357" y="323234"/>
                  <a:pt x="221130" y="320251"/>
                  <a:pt x="227171" y="320675"/>
                </a:cubicBezTo>
                <a:cubicBezTo>
                  <a:pt x="233212" y="320251"/>
                  <a:pt x="238985" y="323234"/>
                  <a:pt x="242135" y="328406"/>
                </a:cubicBezTo>
                <a:cubicBezTo>
                  <a:pt x="245284" y="333579"/>
                  <a:pt x="245284" y="340077"/>
                  <a:pt x="242135" y="345249"/>
                </a:cubicBezTo>
                <a:cubicBezTo>
                  <a:pt x="238985" y="350422"/>
                  <a:pt x="233212" y="353404"/>
                  <a:pt x="227171" y="352981"/>
                </a:cubicBezTo>
                <a:close/>
                <a:moveTo>
                  <a:pt x="133191" y="196929"/>
                </a:moveTo>
                <a:lnTo>
                  <a:pt x="217964" y="196929"/>
                </a:lnTo>
                <a:cubicBezTo>
                  <a:pt x="241538" y="196929"/>
                  <a:pt x="260350" y="177483"/>
                  <a:pt x="260350" y="153829"/>
                </a:cubicBezTo>
                <a:lnTo>
                  <a:pt x="260350" y="72946"/>
                </a:lnTo>
                <a:cubicBezTo>
                  <a:pt x="260350" y="49927"/>
                  <a:pt x="240983" y="32703"/>
                  <a:pt x="217964" y="28813"/>
                </a:cubicBezTo>
                <a:cubicBezTo>
                  <a:pt x="189548" y="24130"/>
                  <a:pt x="158671" y="24368"/>
                  <a:pt x="133191" y="28893"/>
                </a:cubicBezTo>
                <a:cubicBezTo>
                  <a:pt x="97314" y="35243"/>
                  <a:pt x="90805" y="48498"/>
                  <a:pt x="90805" y="73025"/>
                </a:cubicBezTo>
                <a:lnTo>
                  <a:pt x="90805" y="105331"/>
                </a:lnTo>
                <a:lnTo>
                  <a:pt x="175657" y="105331"/>
                </a:lnTo>
                <a:lnTo>
                  <a:pt x="175657" y="116126"/>
                </a:lnTo>
                <a:lnTo>
                  <a:pt x="58976" y="116126"/>
                </a:lnTo>
                <a:cubicBezTo>
                  <a:pt x="34290" y="116126"/>
                  <a:pt x="12700" y="130969"/>
                  <a:pt x="5953" y="159147"/>
                </a:cubicBezTo>
                <a:cubicBezTo>
                  <a:pt x="-1826" y="191452"/>
                  <a:pt x="-2143" y="211614"/>
                  <a:pt x="5953" y="245348"/>
                </a:cubicBezTo>
                <a:cubicBezTo>
                  <a:pt x="11986" y="270431"/>
                  <a:pt x="26353" y="288369"/>
                  <a:pt x="51038" y="288369"/>
                </a:cubicBezTo>
                <a:lnTo>
                  <a:pt x="80169" y="288369"/>
                </a:lnTo>
                <a:lnTo>
                  <a:pt x="80169" y="249634"/>
                </a:lnTo>
                <a:cubicBezTo>
                  <a:pt x="80169" y="221615"/>
                  <a:pt x="104378" y="196929"/>
                  <a:pt x="133191" y="196929"/>
                </a:cubicBezTo>
                <a:close/>
                <a:moveTo>
                  <a:pt x="127953" y="51356"/>
                </a:moveTo>
                <a:cubicBezTo>
                  <a:pt x="136889" y="51356"/>
                  <a:pt x="144145" y="58611"/>
                  <a:pt x="144145" y="67548"/>
                </a:cubicBezTo>
                <a:cubicBezTo>
                  <a:pt x="144145" y="76485"/>
                  <a:pt x="136889" y="83741"/>
                  <a:pt x="127953" y="83741"/>
                </a:cubicBezTo>
                <a:cubicBezTo>
                  <a:pt x="119016" y="83741"/>
                  <a:pt x="111760" y="76485"/>
                  <a:pt x="111760" y="67548"/>
                </a:cubicBezTo>
                <a:cubicBezTo>
                  <a:pt x="111760" y="58611"/>
                  <a:pt x="119016" y="51356"/>
                  <a:pt x="127953" y="51356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27686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302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science, AI, web development. Easy to learn, versatile, and widely adopted.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2540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6146800" y="2794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20504" y="248364"/>
                </a:moveTo>
                <a:cubicBezTo>
                  <a:pt x="228283" y="243046"/>
                  <a:pt x="239078" y="238442"/>
                  <a:pt x="239078" y="238442"/>
                </a:cubicBezTo>
                <a:cubicBezTo>
                  <a:pt x="239078" y="238442"/>
                  <a:pt x="208359" y="243999"/>
                  <a:pt x="177800" y="246539"/>
                </a:cubicBezTo>
                <a:cubicBezTo>
                  <a:pt x="140414" y="249634"/>
                  <a:pt x="100251" y="250269"/>
                  <a:pt x="80089" y="247571"/>
                </a:cubicBezTo>
                <a:cubicBezTo>
                  <a:pt x="32385" y="241221"/>
                  <a:pt x="106283" y="223679"/>
                  <a:pt x="106283" y="223679"/>
                </a:cubicBezTo>
                <a:cubicBezTo>
                  <a:pt x="106283" y="223679"/>
                  <a:pt x="77629" y="221774"/>
                  <a:pt x="42307" y="238760"/>
                </a:cubicBezTo>
                <a:cubicBezTo>
                  <a:pt x="635" y="258921"/>
                  <a:pt x="145494" y="268129"/>
                  <a:pt x="220504" y="248364"/>
                </a:cubicBezTo>
                <a:close/>
                <a:moveTo>
                  <a:pt x="152718" y="222885"/>
                </a:moveTo>
                <a:cubicBezTo>
                  <a:pt x="137636" y="188992"/>
                  <a:pt x="86757" y="159226"/>
                  <a:pt x="152718" y="107156"/>
                </a:cubicBezTo>
                <a:cubicBezTo>
                  <a:pt x="235029" y="42227"/>
                  <a:pt x="192802" y="0"/>
                  <a:pt x="192802" y="0"/>
                </a:cubicBezTo>
                <a:cubicBezTo>
                  <a:pt x="209868" y="67072"/>
                  <a:pt x="132794" y="87392"/>
                  <a:pt x="104934" y="129064"/>
                </a:cubicBezTo>
                <a:cubicBezTo>
                  <a:pt x="85963" y="157559"/>
                  <a:pt x="114221" y="188119"/>
                  <a:pt x="152718" y="222885"/>
                </a:cubicBezTo>
                <a:close/>
                <a:moveTo>
                  <a:pt x="243681" y="83026"/>
                </a:moveTo>
                <a:cubicBezTo>
                  <a:pt x="243761" y="83026"/>
                  <a:pt x="104616" y="117792"/>
                  <a:pt x="171053" y="194310"/>
                </a:cubicBezTo>
                <a:cubicBezTo>
                  <a:pt x="190659" y="216853"/>
                  <a:pt x="165894" y="237172"/>
                  <a:pt x="165894" y="237172"/>
                </a:cubicBezTo>
                <a:cubicBezTo>
                  <a:pt x="165894" y="237172"/>
                  <a:pt x="215662" y="211455"/>
                  <a:pt x="192802" y="179308"/>
                </a:cubicBezTo>
                <a:cubicBezTo>
                  <a:pt x="171450" y="149304"/>
                  <a:pt x="155099" y="134382"/>
                  <a:pt x="243681" y="83026"/>
                </a:cubicBezTo>
                <a:close/>
                <a:moveTo>
                  <a:pt x="238839" y="297736"/>
                </a:moveTo>
                <a:cubicBezTo>
                  <a:pt x="238442" y="298529"/>
                  <a:pt x="237887" y="299164"/>
                  <a:pt x="237252" y="299799"/>
                </a:cubicBezTo>
                <a:cubicBezTo>
                  <a:pt x="339090" y="273050"/>
                  <a:pt x="301625" y="205423"/>
                  <a:pt x="252968" y="222568"/>
                </a:cubicBezTo>
                <a:cubicBezTo>
                  <a:pt x="250349" y="223520"/>
                  <a:pt x="248047" y="225266"/>
                  <a:pt x="246459" y="227568"/>
                </a:cubicBezTo>
                <a:cubicBezTo>
                  <a:pt x="249317" y="226536"/>
                  <a:pt x="252254" y="225743"/>
                  <a:pt x="255191" y="225187"/>
                </a:cubicBezTo>
                <a:cubicBezTo>
                  <a:pt x="279797" y="220028"/>
                  <a:pt x="315119" y="258128"/>
                  <a:pt x="238839" y="297736"/>
                </a:cubicBezTo>
                <a:close/>
                <a:moveTo>
                  <a:pt x="276225" y="347186"/>
                </a:moveTo>
                <a:cubicBezTo>
                  <a:pt x="276225" y="347186"/>
                  <a:pt x="287734" y="356632"/>
                  <a:pt x="263604" y="364014"/>
                </a:cubicBezTo>
                <a:cubicBezTo>
                  <a:pt x="217646" y="377904"/>
                  <a:pt x="72469" y="382111"/>
                  <a:pt x="32147" y="364569"/>
                </a:cubicBezTo>
                <a:cubicBezTo>
                  <a:pt x="17621" y="358299"/>
                  <a:pt x="44847" y="349488"/>
                  <a:pt x="53419" y="347662"/>
                </a:cubicBezTo>
                <a:cubicBezTo>
                  <a:pt x="62309" y="345758"/>
                  <a:pt x="67469" y="346075"/>
                  <a:pt x="67469" y="346075"/>
                </a:cubicBezTo>
                <a:cubicBezTo>
                  <a:pt x="51356" y="334724"/>
                  <a:pt x="-36751" y="368379"/>
                  <a:pt x="22701" y="377984"/>
                </a:cubicBezTo>
                <a:cubicBezTo>
                  <a:pt x="184785" y="404336"/>
                  <a:pt x="318294" y="366157"/>
                  <a:pt x="276225" y="347186"/>
                </a:cubicBezTo>
                <a:close/>
                <a:moveTo>
                  <a:pt x="98822" y="314325"/>
                </a:moveTo>
                <a:cubicBezTo>
                  <a:pt x="36354" y="331788"/>
                  <a:pt x="136843" y="367824"/>
                  <a:pt x="216376" y="333772"/>
                </a:cubicBezTo>
                <a:cubicBezTo>
                  <a:pt x="208598" y="330756"/>
                  <a:pt x="201136" y="327104"/>
                  <a:pt x="193993" y="322818"/>
                </a:cubicBezTo>
                <a:cubicBezTo>
                  <a:pt x="158512" y="329565"/>
                  <a:pt x="142081" y="330041"/>
                  <a:pt x="109855" y="326390"/>
                </a:cubicBezTo>
                <a:cubicBezTo>
                  <a:pt x="83264" y="323374"/>
                  <a:pt x="98822" y="314325"/>
                  <a:pt x="98822" y="314325"/>
                </a:cubicBezTo>
                <a:close/>
                <a:moveTo>
                  <a:pt x="241538" y="391478"/>
                </a:moveTo>
                <a:cubicBezTo>
                  <a:pt x="179070" y="403225"/>
                  <a:pt x="101997" y="401876"/>
                  <a:pt x="56356" y="394335"/>
                </a:cubicBezTo>
                <a:cubicBezTo>
                  <a:pt x="56356" y="394256"/>
                  <a:pt x="65723" y="402034"/>
                  <a:pt x="113824" y="405130"/>
                </a:cubicBezTo>
                <a:cubicBezTo>
                  <a:pt x="187008" y="409813"/>
                  <a:pt x="299403" y="402511"/>
                  <a:pt x="302022" y="367903"/>
                </a:cubicBezTo>
                <a:cubicBezTo>
                  <a:pt x="302022" y="367903"/>
                  <a:pt x="296942" y="381000"/>
                  <a:pt x="241538" y="391478"/>
                </a:cubicBezTo>
                <a:close/>
                <a:moveTo>
                  <a:pt x="206931" y="280194"/>
                </a:moveTo>
                <a:cubicBezTo>
                  <a:pt x="159941" y="289243"/>
                  <a:pt x="132715" y="289004"/>
                  <a:pt x="98346" y="285433"/>
                </a:cubicBezTo>
                <a:cubicBezTo>
                  <a:pt x="71755" y="282654"/>
                  <a:pt x="89138" y="269796"/>
                  <a:pt x="89138" y="269796"/>
                </a:cubicBezTo>
                <a:cubicBezTo>
                  <a:pt x="20241" y="292656"/>
                  <a:pt x="127397" y="318532"/>
                  <a:pt x="223679" y="290354"/>
                </a:cubicBezTo>
                <a:cubicBezTo>
                  <a:pt x="217487" y="288131"/>
                  <a:pt x="211772" y="284718"/>
                  <a:pt x="206931" y="280194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6667500" y="27686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0" y="3302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applications, Android development. Platform-independent and robust.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540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37900" y="2794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0" y="25400"/>
                </a:moveTo>
                <a:lnTo>
                  <a:pt x="0" y="381000"/>
                </a:lnTo>
                <a:lnTo>
                  <a:pt x="355600" y="381000"/>
                </a:lnTo>
                <a:lnTo>
                  <a:pt x="355600" y="25400"/>
                </a:lnTo>
                <a:lnTo>
                  <a:pt x="0" y="25400"/>
                </a:lnTo>
                <a:close/>
                <a:moveTo>
                  <a:pt x="193516" y="302736"/>
                </a:moveTo>
                <a:cubicBezTo>
                  <a:pt x="193516" y="337344"/>
                  <a:pt x="173196" y="353139"/>
                  <a:pt x="143589" y="353139"/>
                </a:cubicBezTo>
                <a:cubicBezTo>
                  <a:pt x="116840" y="353139"/>
                  <a:pt x="101362" y="339328"/>
                  <a:pt x="93424" y="322580"/>
                </a:cubicBezTo>
                <a:lnTo>
                  <a:pt x="120650" y="306149"/>
                </a:lnTo>
                <a:cubicBezTo>
                  <a:pt x="125889" y="315436"/>
                  <a:pt x="130651" y="323294"/>
                  <a:pt x="142161" y="323294"/>
                </a:cubicBezTo>
                <a:cubicBezTo>
                  <a:pt x="153114" y="323294"/>
                  <a:pt x="160099" y="319008"/>
                  <a:pt x="160099" y="302260"/>
                </a:cubicBezTo>
                <a:lnTo>
                  <a:pt x="160099" y="188674"/>
                </a:lnTo>
                <a:lnTo>
                  <a:pt x="193516" y="188674"/>
                </a:lnTo>
                <a:lnTo>
                  <a:pt x="193516" y="302736"/>
                </a:lnTo>
                <a:close/>
                <a:moveTo>
                  <a:pt x="272574" y="353139"/>
                </a:moveTo>
                <a:cubicBezTo>
                  <a:pt x="241538" y="353139"/>
                  <a:pt x="221456" y="338376"/>
                  <a:pt x="211693" y="319008"/>
                </a:cubicBezTo>
                <a:lnTo>
                  <a:pt x="238919" y="303292"/>
                </a:lnTo>
                <a:cubicBezTo>
                  <a:pt x="246063" y="314960"/>
                  <a:pt x="255429" y="323612"/>
                  <a:pt x="271859" y="323612"/>
                </a:cubicBezTo>
                <a:cubicBezTo>
                  <a:pt x="285671" y="323612"/>
                  <a:pt x="294561" y="316706"/>
                  <a:pt x="294561" y="307102"/>
                </a:cubicBezTo>
                <a:cubicBezTo>
                  <a:pt x="294561" y="295672"/>
                  <a:pt x="285512" y="291624"/>
                  <a:pt x="270193" y="284877"/>
                </a:cubicBezTo>
                <a:lnTo>
                  <a:pt x="261858" y="281305"/>
                </a:lnTo>
                <a:cubicBezTo>
                  <a:pt x="237728" y="271066"/>
                  <a:pt x="221774" y="258128"/>
                  <a:pt x="221774" y="230902"/>
                </a:cubicBezTo>
                <a:cubicBezTo>
                  <a:pt x="221774" y="205819"/>
                  <a:pt x="240903" y="186769"/>
                  <a:pt x="270669" y="186769"/>
                </a:cubicBezTo>
                <a:cubicBezTo>
                  <a:pt x="291941" y="186769"/>
                  <a:pt x="307181" y="194151"/>
                  <a:pt x="318135" y="213519"/>
                </a:cubicBezTo>
                <a:lnTo>
                  <a:pt x="292100" y="230188"/>
                </a:lnTo>
                <a:cubicBezTo>
                  <a:pt x="286385" y="219948"/>
                  <a:pt x="280194" y="215900"/>
                  <a:pt x="270589" y="215900"/>
                </a:cubicBezTo>
                <a:cubicBezTo>
                  <a:pt x="260826" y="215900"/>
                  <a:pt x="254635" y="222091"/>
                  <a:pt x="254635" y="230188"/>
                </a:cubicBezTo>
                <a:cubicBezTo>
                  <a:pt x="254635" y="240189"/>
                  <a:pt x="260826" y="244237"/>
                  <a:pt x="275193" y="250508"/>
                </a:cubicBezTo>
                <a:lnTo>
                  <a:pt x="283527" y="254079"/>
                </a:lnTo>
                <a:cubicBezTo>
                  <a:pt x="311944" y="266224"/>
                  <a:pt x="327898" y="278686"/>
                  <a:pt x="327898" y="306626"/>
                </a:cubicBezTo>
                <a:cubicBezTo>
                  <a:pt x="327898" y="336629"/>
                  <a:pt x="304244" y="353139"/>
                  <a:pt x="272574" y="353139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11684000" y="27686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12500" y="3302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interactivity and front-end development. Runs in every modern browser.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080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4100" y="5334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86385" y="953"/>
                </a:moveTo>
                <a:cubicBezTo>
                  <a:pt x="272891" y="-2937"/>
                  <a:pt x="258842" y="4921"/>
                  <a:pt x="254953" y="18415"/>
                </a:cubicBezTo>
                <a:lnTo>
                  <a:pt x="153353" y="374015"/>
                </a:lnTo>
                <a:cubicBezTo>
                  <a:pt x="149463" y="387509"/>
                  <a:pt x="157321" y="401558"/>
                  <a:pt x="170815" y="405448"/>
                </a:cubicBezTo>
                <a:cubicBezTo>
                  <a:pt x="184309" y="409337"/>
                  <a:pt x="198358" y="401479"/>
                  <a:pt x="202248" y="387985"/>
                </a:cubicBezTo>
                <a:lnTo>
                  <a:pt x="303848" y="32385"/>
                </a:lnTo>
                <a:cubicBezTo>
                  <a:pt x="307737" y="18891"/>
                  <a:pt x="299879" y="4842"/>
                  <a:pt x="286385" y="953"/>
                </a:cubicBezTo>
                <a:close/>
                <a:moveTo>
                  <a:pt x="337661" y="108982"/>
                </a:moveTo>
                <a:cubicBezTo>
                  <a:pt x="327739" y="118904"/>
                  <a:pt x="327739" y="135017"/>
                  <a:pt x="337661" y="144939"/>
                </a:cubicBezTo>
                <a:lnTo>
                  <a:pt x="395922" y="203200"/>
                </a:lnTo>
                <a:lnTo>
                  <a:pt x="337661" y="261461"/>
                </a:lnTo>
                <a:cubicBezTo>
                  <a:pt x="327739" y="271383"/>
                  <a:pt x="327739" y="287496"/>
                  <a:pt x="337661" y="297418"/>
                </a:cubicBezTo>
                <a:cubicBezTo>
                  <a:pt x="347583" y="307340"/>
                  <a:pt x="363696" y="307340"/>
                  <a:pt x="373618" y="297418"/>
                </a:cubicBezTo>
                <a:lnTo>
                  <a:pt x="449818" y="221218"/>
                </a:lnTo>
                <a:cubicBezTo>
                  <a:pt x="459740" y="211296"/>
                  <a:pt x="459740" y="195183"/>
                  <a:pt x="449818" y="185261"/>
                </a:cubicBezTo>
                <a:lnTo>
                  <a:pt x="373618" y="109061"/>
                </a:lnTo>
                <a:cubicBezTo>
                  <a:pt x="363696" y="99139"/>
                  <a:pt x="347583" y="99139"/>
                  <a:pt x="337661" y="109061"/>
                </a:cubicBezTo>
                <a:close/>
                <a:moveTo>
                  <a:pt x="119618" y="108982"/>
                </a:moveTo>
                <a:cubicBezTo>
                  <a:pt x="109696" y="99060"/>
                  <a:pt x="93583" y="99060"/>
                  <a:pt x="83661" y="108982"/>
                </a:cubicBezTo>
                <a:lnTo>
                  <a:pt x="7461" y="185182"/>
                </a:lnTo>
                <a:cubicBezTo>
                  <a:pt x="-2461" y="195104"/>
                  <a:pt x="-2461" y="211217"/>
                  <a:pt x="7461" y="221139"/>
                </a:cubicBezTo>
                <a:lnTo>
                  <a:pt x="83661" y="297339"/>
                </a:lnTo>
                <a:cubicBezTo>
                  <a:pt x="93583" y="307261"/>
                  <a:pt x="109696" y="307261"/>
                  <a:pt x="119618" y="297339"/>
                </a:cubicBezTo>
                <a:cubicBezTo>
                  <a:pt x="129540" y="287417"/>
                  <a:pt x="129540" y="271304"/>
                  <a:pt x="119618" y="261382"/>
                </a:cubicBezTo>
                <a:lnTo>
                  <a:pt x="61357" y="203200"/>
                </a:lnTo>
                <a:lnTo>
                  <a:pt x="119539" y="144939"/>
                </a:lnTo>
                <a:cubicBezTo>
                  <a:pt x="129461" y="135017"/>
                  <a:pt x="129461" y="118904"/>
                  <a:pt x="119539" y="108982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1651000" y="53086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 / C++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9500" y="5842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programming, game development. High performance with low-level control.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0" y="5080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1400" y="5334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6667500" y="53086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6000" y="5842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management and querying. Essential for data-driven applications.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95000" y="5080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12500" y="533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4547" y="4128"/>
                </a:moveTo>
                <a:cubicBezTo>
                  <a:pt x="196374" y="-1349"/>
                  <a:pt x="210026" y="-1349"/>
                  <a:pt x="221853" y="4128"/>
                </a:cubicBezTo>
                <a:lnTo>
                  <a:pt x="395367" y="84296"/>
                </a:lnTo>
                <a:cubicBezTo>
                  <a:pt x="402114" y="87392"/>
                  <a:pt x="406400" y="94139"/>
                  <a:pt x="406400" y="101600"/>
                </a:cubicBezTo>
                <a:cubicBezTo>
                  <a:pt x="406400" y="109061"/>
                  <a:pt x="402114" y="115808"/>
                  <a:pt x="395367" y="118904"/>
                </a:cubicBezTo>
                <a:lnTo>
                  <a:pt x="221853" y="199073"/>
                </a:lnTo>
                <a:cubicBezTo>
                  <a:pt x="210026" y="204549"/>
                  <a:pt x="196374" y="204549"/>
                  <a:pt x="184547" y="199073"/>
                </a:cubicBezTo>
                <a:lnTo>
                  <a:pt x="11033" y="118904"/>
                </a:lnTo>
                <a:cubicBezTo>
                  <a:pt x="4286" y="115729"/>
                  <a:pt x="0" y="108982"/>
                  <a:pt x="0" y="101600"/>
                </a:cubicBezTo>
                <a:cubicBezTo>
                  <a:pt x="0" y="94218"/>
                  <a:pt x="4286" y="87392"/>
                  <a:pt x="11033" y="84296"/>
                </a:cubicBezTo>
                <a:lnTo>
                  <a:pt x="184547" y="4128"/>
                </a:lnTo>
                <a:close/>
                <a:moveTo>
                  <a:pt x="38179" y="173355"/>
                </a:moveTo>
                <a:lnTo>
                  <a:pt x="168593" y="233601"/>
                </a:lnTo>
                <a:cubicBezTo>
                  <a:pt x="190579" y="243761"/>
                  <a:pt x="215900" y="243761"/>
                  <a:pt x="237887" y="233601"/>
                </a:cubicBezTo>
                <a:lnTo>
                  <a:pt x="368300" y="173355"/>
                </a:lnTo>
                <a:lnTo>
                  <a:pt x="395367" y="185896"/>
                </a:lnTo>
                <a:cubicBezTo>
                  <a:pt x="402114" y="188992"/>
                  <a:pt x="406400" y="195739"/>
                  <a:pt x="406400" y="203200"/>
                </a:cubicBezTo>
                <a:cubicBezTo>
                  <a:pt x="406400" y="210661"/>
                  <a:pt x="402114" y="217408"/>
                  <a:pt x="395367" y="220504"/>
                </a:cubicBezTo>
                <a:lnTo>
                  <a:pt x="221853" y="300673"/>
                </a:lnTo>
                <a:cubicBezTo>
                  <a:pt x="210026" y="306149"/>
                  <a:pt x="196374" y="306149"/>
                  <a:pt x="184547" y="300673"/>
                </a:cubicBezTo>
                <a:lnTo>
                  <a:pt x="11033" y="220504"/>
                </a:lnTo>
                <a:cubicBezTo>
                  <a:pt x="4286" y="217329"/>
                  <a:pt x="0" y="210582"/>
                  <a:pt x="0" y="203200"/>
                </a:cubicBezTo>
                <a:cubicBezTo>
                  <a:pt x="0" y="195818"/>
                  <a:pt x="4286" y="188992"/>
                  <a:pt x="11033" y="185896"/>
                </a:cubicBezTo>
                <a:lnTo>
                  <a:pt x="38100" y="173355"/>
                </a:lnTo>
                <a:close/>
                <a:moveTo>
                  <a:pt x="11033" y="287496"/>
                </a:moveTo>
                <a:lnTo>
                  <a:pt x="38100" y="274955"/>
                </a:lnTo>
                <a:lnTo>
                  <a:pt x="168513" y="335201"/>
                </a:lnTo>
                <a:cubicBezTo>
                  <a:pt x="190500" y="345361"/>
                  <a:pt x="215821" y="345361"/>
                  <a:pt x="237808" y="335201"/>
                </a:cubicBezTo>
                <a:lnTo>
                  <a:pt x="368221" y="274955"/>
                </a:lnTo>
                <a:lnTo>
                  <a:pt x="395288" y="287496"/>
                </a:lnTo>
                <a:cubicBezTo>
                  <a:pt x="402034" y="290592"/>
                  <a:pt x="406321" y="297339"/>
                  <a:pt x="406321" y="304800"/>
                </a:cubicBezTo>
                <a:cubicBezTo>
                  <a:pt x="406321" y="312261"/>
                  <a:pt x="402034" y="319008"/>
                  <a:pt x="395288" y="322104"/>
                </a:cubicBezTo>
                <a:lnTo>
                  <a:pt x="221774" y="402273"/>
                </a:lnTo>
                <a:cubicBezTo>
                  <a:pt x="209947" y="407749"/>
                  <a:pt x="196294" y="407749"/>
                  <a:pt x="184468" y="402273"/>
                </a:cubicBezTo>
                <a:lnTo>
                  <a:pt x="11033" y="322104"/>
                </a:lnTo>
                <a:cubicBezTo>
                  <a:pt x="4286" y="318929"/>
                  <a:pt x="0" y="312182"/>
                  <a:pt x="0" y="304800"/>
                </a:cubicBezTo>
                <a:cubicBezTo>
                  <a:pt x="0" y="297418"/>
                  <a:pt x="4286" y="290592"/>
                  <a:pt x="11033" y="28749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1684000" y="53086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12500" y="5842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language has strengths suited to different domains. The right choice depends on the application.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Technologies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Communication technologies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enable the transfer of data between computer systems and devices, forming the infrastructure of the internet and modern connectivity.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6670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6" name="Shape 4"/>
          <p:cNvSpPr/>
          <p:nvPr/>
        </p:nvSpPr>
        <p:spPr>
          <a:xfrm>
            <a:off x="1050925" y="2984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78492" y="10269"/>
                </a:moveTo>
                <a:cubicBezTo>
                  <a:pt x="68401" y="4108"/>
                  <a:pt x="55185" y="7412"/>
                  <a:pt x="49024" y="17502"/>
                </a:cubicBezTo>
                <a:cubicBezTo>
                  <a:pt x="26878" y="54114"/>
                  <a:pt x="14198" y="97066"/>
                  <a:pt x="14198" y="142875"/>
                </a:cubicBezTo>
                <a:cubicBezTo>
                  <a:pt x="14198" y="188684"/>
                  <a:pt x="26878" y="231636"/>
                  <a:pt x="49024" y="268248"/>
                </a:cubicBezTo>
                <a:cubicBezTo>
                  <a:pt x="55185" y="278338"/>
                  <a:pt x="68312" y="281642"/>
                  <a:pt x="78492" y="275481"/>
                </a:cubicBezTo>
                <a:cubicBezTo>
                  <a:pt x="88672" y="269319"/>
                  <a:pt x="91886" y="256193"/>
                  <a:pt x="85725" y="246013"/>
                </a:cubicBezTo>
                <a:cubicBezTo>
                  <a:pt x="67598" y="216009"/>
                  <a:pt x="57150" y="180648"/>
                  <a:pt x="57150" y="142875"/>
                </a:cubicBezTo>
                <a:cubicBezTo>
                  <a:pt x="57150" y="105102"/>
                  <a:pt x="67598" y="69741"/>
                  <a:pt x="85814" y="39648"/>
                </a:cubicBezTo>
                <a:cubicBezTo>
                  <a:pt x="91976" y="29557"/>
                  <a:pt x="88672" y="16341"/>
                  <a:pt x="78581" y="10180"/>
                </a:cubicBezTo>
                <a:close/>
                <a:moveTo>
                  <a:pt x="435769" y="10269"/>
                </a:moveTo>
                <a:cubicBezTo>
                  <a:pt x="425678" y="16431"/>
                  <a:pt x="422374" y="29557"/>
                  <a:pt x="428536" y="39737"/>
                </a:cubicBezTo>
                <a:cubicBezTo>
                  <a:pt x="446752" y="69830"/>
                  <a:pt x="457200" y="105192"/>
                  <a:pt x="457200" y="142964"/>
                </a:cubicBezTo>
                <a:cubicBezTo>
                  <a:pt x="457200" y="180737"/>
                  <a:pt x="446752" y="216098"/>
                  <a:pt x="428536" y="246191"/>
                </a:cubicBezTo>
                <a:cubicBezTo>
                  <a:pt x="422374" y="256282"/>
                  <a:pt x="425678" y="269498"/>
                  <a:pt x="435769" y="275659"/>
                </a:cubicBezTo>
                <a:cubicBezTo>
                  <a:pt x="445859" y="281821"/>
                  <a:pt x="459075" y="278517"/>
                  <a:pt x="465237" y="268426"/>
                </a:cubicBezTo>
                <a:cubicBezTo>
                  <a:pt x="487382" y="231815"/>
                  <a:pt x="500063" y="188863"/>
                  <a:pt x="500063" y="143054"/>
                </a:cubicBezTo>
                <a:cubicBezTo>
                  <a:pt x="500063" y="97244"/>
                  <a:pt x="487382" y="54114"/>
                  <a:pt x="465237" y="17502"/>
                </a:cubicBezTo>
                <a:cubicBezTo>
                  <a:pt x="459075" y="7412"/>
                  <a:pt x="445949" y="4108"/>
                  <a:pt x="435769" y="10269"/>
                </a:cubicBezTo>
                <a:close/>
                <a:moveTo>
                  <a:pt x="285750" y="192345"/>
                </a:moveTo>
                <a:cubicBezTo>
                  <a:pt x="302806" y="182434"/>
                  <a:pt x="314325" y="164038"/>
                  <a:pt x="314325" y="142875"/>
                </a:cubicBezTo>
                <a:cubicBezTo>
                  <a:pt x="314325" y="111353"/>
                  <a:pt x="288697" y="85725"/>
                  <a:pt x="257175" y="85725"/>
                </a:cubicBezTo>
                <a:cubicBezTo>
                  <a:pt x="225653" y="85725"/>
                  <a:pt x="200025" y="111353"/>
                  <a:pt x="200025" y="142875"/>
                </a:cubicBezTo>
                <a:cubicBezTo>
                  <a:pt x="200025" y="164038"/>
                  <a:pt x="211544" y="182523"/>
                  <a:pt x="228600" y="192345"/>
                </a:cubicBezTo>
                <a:lnTo>
                  <a:pt x="228600" y="428625"/>
                </a:lnTo>
                <a:cubicBezTo>
                  <a:pt x="228600" y="444431"/>
                  <a:pt x="241369" y="457200"/>
                  <a:pt x="257175" y="457200"/>
                </a:cubicBezTo>
                <a:cubicBezTo>
                  <a:pt x="272981" y="457200"/>
                  <a:pt x="285750" y="444431"/>
                  <a:pt x="285750" y="428625"/>
                </a:cubicBezTo>
                <a:lnTo>
                  <a:pt x="285750" y="192345"/>
                </a:lnTo>
                <a:close/>
                <a:moveTo>
                  <a:pt x="160913" y="81260"/>
                </a:moveTo>
                <a:cubicBezTo>
                  <a:pt x="167342" y="71259"/>
                  <a:pt x="164396" y="58043"/>
                  <a:pt x="154484" y="51614"/>
                </a:cubicBezTo>
                <a:cubicBezTo>
                  <a:pt x="144572" y="45184"/>
                  <a:pt x="131266" y="48131"/>
                  <a:pt x="124837" y="58043"/>
                </a:cubicBezTo>
                <a:cubicBezTo>
                  <a:pt x="109121" y="82510"/>
                  <a:pt x="100013" y="111621"/>
                  <a:pt x="100013" y="142875"/>
                </a:cubicBezTo>
                <a:cubicBezTo>
                  <a:pt x="100013" y="174129"/>
                  <a:pt x="109121" y="203240"/>
                  <a:pt x="124837" y="227707"/>
                </a:cubicBezTo>
                <a:cubicBezTo>
                  <a:pt x="131266" y="237708"/>
                  <a:pt x="144482" y="240566"/>
                  <a:pt x="154484" y="234136"/>
                </a:cubicBezTo>
                <a:cubicBezTo>
                  <a:pt x="164485" y="227707"/>
                  <a:pt x="167342" y="214491"/>
                  <a:pt x="160913" y="204490"/>
                </a:cubicBezTo>
                <a:cubicBezTo>
                  <a:pt x="149483" y="186720"/>
                  <a:pt x="142875" y="165556"/>
                  <a:pt x="142875" y="142875"/>
                </a:cubicBezTo>
                <a:cubicBezTo>
                  <a:pt x="142875" y="120194"/>
                  <a:pt x="149483" y="99030"/>
                  <a:pt x="160913" y="81260"/>
                </a:cubicBezTo>
                <a:close/>
                <a:moveTo>
                  <a:pt x="389513" y="58043"/>
                </a:moveTo>
                <a:cubicBezTo>
                  <a:pt x="383084" y="48042"/>
                  <a:pt x="369868" y="45184"/>
                  <a:pt x="359866" y="51614"/>
                </a:cubicBezTo>
                <a:cubicBezTo>
                  <a:pt x="349865" y="58043"/>
                  <a:pt x="347008" y="71259"/>
                  <a:pt x="353437" y="81260"/>
                </a:cubicBezTo>
                <a:cubicBezTo>
                  <a:pt x="364867" y="99030"/>
                  <a:pt x="371475" y="120194"/>
                  <a:pt x="371475" y="142875"/>
                </a:cubicBezTo>
                <a:cubicBezTo>
                  <a:pt x="371475" y="165556"/>
                  <a:pt x="364867" y="186720"/>
                  <a:pt x="353437" y="204490"/>
                </a:cubicBezTo>
                <a:cubicBezTo>
                  <a:pt x="347008" y="214491"/>
                  <a:pt x="349954" y="227707"/>
                  <a:pt x="359866" y="234136"/>
                </a:cubicBezTo>
                <a:cubicBezTo>
                  <a:pt x="369778" y="240566"/>
                  <a:pt x="383084" y="237619"/>
                  <a:pt x="389513" y="227707"/>
                </a:cubicBezTo>
                <a:cubicBezTo>
                  <a:pt x="405229" y="203240"/>
                  <a:pt x="414338" y="174129"/>
                  <a:pt x="414338" y="142875"/>
                </a:cubicBezTo>
                <a:cubicBezTo>
                  <a:pt x="414338" y="111621"/>
                  <a:pt x="405229" y="82510"/>
                  <a:pt x="389513" y="58043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36195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Transmission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4064000"/>
            <a:ext cx="406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Sending information from source to destination through various media.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26670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6096000" y="298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228600" y="371475"/>
                </a:moveTo>
                <a:cubicBezTo>
                  <a:pt x="260122" y="371475"/>
                  <a:pt x="285750" y="345847"/>
                  <a:pt x="285750" y="314325"/>
                </a:cubicBezTo>
                <a:cubicBezTo>
                  <a:pt x="285750" y="299859"/>
                  <a:pt x="280392" y="286554"/>
                  <a:pt x="271463" y="276552"/>
                </a:cubicBezTo>
                <a:lnTo>
                  <a:pt x="333524" y="152519"/>
                </a:lnTo>
                <a:cubicBezTo>
                  <a:pt x="338792" y="141893"/>
                  <a:pt x="334506" y="129034"/>
                  <a:pt x="323969" y="123765"/>
                </a:cubicBezTo>
                <a:cubicBezTo>
                  <a:pt x="313432" y="118497"/>
                  <a:pt x="300484" y="122783"/>
                  <a:pt x="295215" y="133320"/>
                </a:cubicBezTo>
                <a:lnTo>
                  <a:pt x="233154" y="257354"/>
                </a:lnTo>
                <a:cubicBezTo>
                  <a:pt x="231636" y="257264"/>
                  <a:pt x="230118" y="257175"/>
                  <a:pt x="228600" y="257175"/>
                </a:cubicBezTo>
                <a:cubicBezTo>
                  <a:pt x="197078" y="257175"/>
                  <a:pt x="171450" y="282803"/>
                  <a:pt x="171450" y="314325"/>
                </a:cubicBezTo>
                <a:cubicBezTo>
                  <a:pt x="171450" y="345847"/>
                  <a:pt x="197078" y="371475"/>
                  <a:pt x="228600" y="371475"/>
                </a:cubicBezTo>
                <a:close/>
                <a:moveTo>
                  <a:pt x="157163" y="128588"/>
                </a:moveTo>
                <a:cubicBezTo>
                  <a:pt x="157163" y="112817"/>
                  <a:pt x="144358" y="100013"/>
                  <a:pt x="128588" y="100013"/>
                </a:cubicBezTo>
                <a:cubicBezTo>
                  <a:pt x="112817" y="100013"/>
                  <a:pt x="100013" y="112817"/>
                  <a:pt x="100013" y="128588"/>
                </a:cubicBezTo>
                <a:cubicBezTo>
                  <a:pt x="100013" y="144358"/>
                  <a:pt x="112817" y="157163"/>
                  <a:pt x="128588" y="157163"/>
                </a:cubicBezTo>
                <a:cubicBezTo>
                  <a:pt x="144358" y="157163"/>
                  <a:pt x="157163" y="144358"/>
                  <a:pt x="157163" y="128588"/>
                </a:cubicBezTo>
                <a:close/>
                <a:moveTo>
                  <a:pt x="85725" y="257175"/>
                </a:moveTo>
                <a:cubicBezTo>
                  <a:pt x="101496" y="257175"/>
                  <a:pt x="114300" y="244371"/>
                  <a:pt x="114300" y="228600"/>
                </a:cubicBez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lose/>
                <a:moveTo>
                  <a:pt x="400050" y="228600"/>
                </a:moveTo>
                <a:cubicBezTo>
                  <a:pt x="400050" y="212829"/>
                  <a:pt x="387246" y="200025"/>
                  <a:pt x="371475" y="200025"/>
                </a:cubicBezTo>
                <a:cubicBezTo>
                  <a:pt x="355704" y="200025"/>
                  <a:pt x="342900" y="212829"/>
                  <a:pt x="342900" y="228600"/>
                </a:cubicBezTo>
                <a:cubicBezTo>
                  <a:pt x="342900" y="244371"/>
                  <a:pt x="355704" y="257175"/>
                  <a:pt x="371475" y="257175"/>
                </a:cubicBezTo>
                <a:cubicBezTo>
                  <a:pt x="387246" y="257175"/>
                  <a:pt x="400050" y="244371"/>
                  <a:pt x="400050" y="2286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0" y="36195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Bandwidth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0" y="4064000"/>
            <a:ext cx="406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capacity of a channel to carry data, measured in bits per second (bps).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6670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83925" y="2984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21456" y="78581"/>
                </a:moveTo>
                <a:lnTo>
                  <a:pt x="292894" y="78581"/>
                </a:lnTo>
                <a:lnTo>
                  <a:pt x="292894" y="121444"/>
                </a:lnTo>
                <a:lnTo>
                  <a:pt x="221456" y="121444"/>
                </a:lnTo>
                <a:lnTo>
                  <a:pt x="221456" y="78581"/>
                </a:lnTo>
                <a:close/>
                <a:moveTo>
                  <a:pt x="214313" y="28575"/>
                </a:moveTo>
                <a:cubicBezTo>
                  <a:pt x="190649" y="28575"/>
                  <a:pt x="171450" y="47774"/>
                  <a:pt x="171450" y="71438"/>
                </a:cubicBezTo>
                <a:lnTo>
                  <a:pt x="171450" y="128588"/>
                </a:lnTo>
                <a:cubicBezTo>
                  <a:pt x="171450" y="152251"/>
                  <a:pt x="190649" y="171450"/>
                  <a:pt x="214313" y="171450"/>
                </a:cubicBezTo>
                <a:lnTo>
                  <a:pt x="228600" y="171450"/>
                </a:lnTo>
                <a:lnTo>
                  <a:pt x="228600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114300" y="257175"/>
                </a:lnTo>
                <a:lnTo>
                  <a:pt x="114300" y="285750"/>
                </a:lnTo>
                <a:lnTo>
                  <a:pt x="100013" y="285750"/>
                </a:lnTo>
                <a:cubicBezTo>
                  <a:pt x="76349" y="285750"/>
                  <a:pt x="57150" y="304949"/>
                  <a:pt x="57150" y="328613"/>
                </a:cubicBezTo>
                <a:lnTo>
                  <a:pt x="57150" y="385763"/>
                </a:lnTo>
                <a:cubicBezTo>
                  <a:pt x="57150" y="409426"/>
                  <a:pt x="76349" y="428625"/>
                  <a:pt x="100013" y="428625"/>
                </a:cubicBezTo>
                <a:lnTo>
                  <a:pt x="185738" y="428625"/>
                </a:lnTo>
                <a:cubicBezTo>
                  <a:pt x="209401" y="428625"/>
                  <a:pt x="228600" y="409426"/>
                  <a:pt x="228600" y="385763"/>
                </a:cubicBezTo>
                <a:lnTo>
                  <a:pt x="228600" y="328613"/>
                </a:lnTo>
                <a:cubicBezTo>
                  <a:pt x="228600" y="304949"/>
                  <a:pt x="209401" y="285750"/>
                  <a:pt x="185738" y="285750"/>
                </a:cubicBezTo>
                <a:lnTo>
                  <a:pt x="171450" y="285750"/>
                </a:lnTo>
                <a:lnTo>
                  <a:pt x="171450" y="257175"/>
                </a:lnTo>
                <a:lnTo>
                  <a:pt x="342900" y="257175"/>
                </a:lnTo>
                <a:lnTo>
                  <a:pt x="342900" y="285750"/>
                </a:lnTo>
                <a:lnTo>
                  <a:pt x="328613" y="285750"/>
                </a:lnTo>
                <a:cubicBezTo>
                  <a:pt x="304949" y="285750"/>
                  <a:pt x="285750" y="304949"/>
                  <a:pt x="285750" y="328613"/>
                </a:cubicBezTo>
                <a:lnTo>
                  <a:pt x="285750" y="385763"/>
                </a:lnTo>
                <a:cubicBezTo>
                  <a:pt x="285750" y="409426"/>
                  <a:pt x="304949" y="428625"/>
                  <a:pt x="328613" y="428625"/>
                </a:cubicBezTo>
                <a:lnTo>
                  <a:pt x="414338" y="428625"/>
                </a:lnTo>
                <a:cubicBezTo>
                  <a:pt x="438001" y="428625"/>
                  <a:pt x="457200" y="409426"/>
                  <a:pt x="457200" y="385763"/>
                </a:cubicBezTo>
                <a:lnTo>
                  <a:pt x="457200" y="328613"/>
                </a:lnTo>
                <a:cubicBezTo>
                  <a:pt x="457200" y="304949"/>
                  <a:pt x="438001" y="285750"/>
                  <a:pt x="414338" y="285750"/>
                </a:cubicBezTo>
                <a:lnTo>
                  <a:pt x="400050" y="285750"/>
                </a:lnTo>
                <a:lnTo>
                  <a:pt x="400050" y="257175"/>
                </a:lnTo>
                <a:lnTo>
                  <a:pt x="485775" y="257175"/>
                </a:lnTo>
                <a:cubicBezTo>
                  <a:pt x="501581" y="257175"/>
                  <a:pt x="514350" y="244406"/>
                  <a:pt x="514350" y="228600"/>
                </a:cubicBezTo>
                <a:cubicBezTo>
                  <a:pt x="514350" y="212794"/>
                  <a:pt x="501581" y="200025"/>
                  <a:pt x="485775" y="200025"/>
                </a:cubicBezTo>
                <a:lnTo>
                  <a:pt x="285750" y="200025"/>
                </a:lnTo>
                <a:lnTo>
                  <a:pt x="285750" y="171450"/>
                </a:lnTo>
                <a:lnTo>
                  <a:pt x="300038" y="171450"/>
                </a:lnTo>
                <a:cubicBezTo>
                  <a:pt x="323701" y="171450"/>
                  <a:pt x="342900" y="152251"/>
                  <a:pt x="342900" y="128588"/>
                </a:cubicBezTo>
                <a:lnTo>
                  <a:pt x="342900" y="71438"/>
                </a:lnTo>
                <a:cubicBezTo>
                  <a:pt x="342900" y="47774"/>
                  <a:pt x="323701" y="28575"/>
                  <a:pt x="300038" y="28575"/>
                </a:cubicBezTo>
                <a:lnTo>
                  <a:pt x="214313" y="28575"/>
                </a:lnTo>
                <a:close/>
                <a:moveTo>
                  <a:pt x="400050" y="335756"/>
                </a:moveTo>
                <a:lnTo>
                  <a:pt x="407194" y="335756"/>
                </a:lnTo>
                <a:lnTo>
                  <a:pt x="407194" y="378619"/>
                </a:lnTo>
                <a:lnTo>
                  <a:pt x="335756" y="378619"/>
                </a:lnTo>
                <a:lnTo>
                  <a:pt x="335756" y="335756"/>
                </a:lnTo>
                <a:lnTo>
                  <a:pt x="400050" y="335756"/>
                </a:lnTo>
                <a:close/>
                <a:moveTo>
                  <a:pt x="171450" y="335756"/>
                </a:moveTo>
                <a:lnTo>
                  <a:pt x="178594" y="335756"/>
                </a:lnTo>
                <a:lnTo>
                  <a:pt x="178594" y="378619"/>
                </a:lnTo>
                <a:lnTo>
                  <a:pt x="107156" y="378619"/>
                </a:lnTo>
                <a:lnTo>
                  <a:pt x="107156" y="335756"/>
                </a:lnTo>
                <a:lnTo>
                  <a:pt x="171450" y="335756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11112500" y="36195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Protocols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12500" y="40640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 rules governing data format and transmission: TCP/IP, HTTP, FTP, SMTP.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58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Evolution of Communication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6159500"/>
            <a:ext cx="2667000" cy="1270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63500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Wired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Copper cables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56000" y="6667500"/>
            <a:ext cx="381000" cy="0"/>
          </a:xfrm>
          <a:prstGeom prst="straightConnector1">
            <a:avLst/>
          </a:prstGeom>
          <a:noFill/>
          <a:ln w="25400">
            <a:solidFill>
              <a:srgbClr val="0D7377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4064000" y="6159500"/>
            <a:ext cx="2667000" cy="1270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22" name="Text 20"/>
          <p:cNvSpPr/>
          <p:nvPr/>
        </p:nvSpPr>
        <p:spPr>
          <a:xfrm>
            <a:off x="4254500" y="63500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Optical Fiber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High-speed light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0" y="6667500"/>
            <a:ext cx="381000" cy="0"/>
          </a:xfrm>
          <a:prstGeom prst="straightConnector1">
            <a:avLst/>
          </a:prstGeom>
          <a:noFill/>
          <a:ln w="25400">
            <a:solidFill>
              <a:srgbClr val="0D7377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7366000" y="6159500"/>
            <a:ext cx="2667000" cy="1270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25" name="Text 23"/>
          <p:cNvSpPr/>
          <p:nvPr/>
        </p:nvSpPr>
        <p:spPr>
          <a:xfrm>
            <a:off x="7556500" y="63500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Wireless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Radio waves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160000" y="6667500"/>
            <a:ext cx="381000" cy="0"/>
          </a:xfrm>
          <a:prstGeom prst="straightConnector1">
            <a:avLst/>
          </a:prstGeom>
          <a:noFill/>
          <a:ln w="25400">
            <a:solidFill>
              <a:srgbClr val="0D7377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10668000" y="6159500"/>
            <a:ext cx="4826000" cy="1270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28" name="Text 26"/>
          <p:cNvSpPr/>
          <p:nvPr/>
        </p:nvSpPr>
        <p:spPr>
          <a:xfrm>
            <a:off x="10858500" y="6350000"/>
            <a:ext cx="444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Connectivity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information exchange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Types and Topologies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Types by Scope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3429000" cy="1651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2225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6035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 Area Network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 devices within meters: Bluetooth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21200" y="2032000"/>
            <a:ext cx="3429000" cy="1651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9" name="Text 7"/>
          <p:cNvSpPr/>
          <p:nvPr/>
        </p:nvSpPr>
        <p:spPr>
          <a:xfrm>
            <a:off x="4775200" y="22225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75200" y="26035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Area Network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or campus: office networks, Wi-Fi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93100" y="2032000"/>
            <a:ext cx="3429000" cy="1651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2" name="Text 10"/>
          <p:cNvSpPr/>
          <p:nvPr/>
        </p:nvSpPr>
        <p:spPr>
          <a:xfrm>
            <a:off x="8547100" y="22225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47100" y="2603500"/>
            <a:ext cx="292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Metropolitan Area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City-wide: municipal fiber networks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065000" y="2032000"/>
            <a:ext cx="3429000" cy="1651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12319000" y="22225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19000" y="2603500"/>
            <a:ext cx="292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Wide Area Network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Countries or continents: the Internet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406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Topologies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635500"/>
          <a:ext cx="14732000" cy="3048000"/>
        </p:xfrm>
        <a:graphic>
          <a:graphicData uri="http://schemas.openxmlformats.org/drawingml/2006/table">
            <a:tbl>
              <a:tblPr/>
              <a:tblGrid>
                <a:gridCol w="2946400"/>
                <a:gridCol w="5892800"/>
                <a:gridCol w="589280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Topology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Characteristics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 devices connected to a single cable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Simple, low cost, but single point of failure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 devices connect to a central hub/switch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Easy to manage, scalable, widely used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Devices connected in a circular path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Equal access, but failure affects entire ring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Mesh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Multiple interconnections between devices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 redundancy, fault-tolerant, complex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4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 and Web Technologies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Internet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global network of interconnected computers using TCP/IP.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World Wide Web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an information system built on top using HTTP.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279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9321" y="222250"/>
                </a:moveTo>
                <a:lnTo>
                  <a:pt x="127794" y="222250"/>
                </a:lnTo>
                <a:cubicBezTo>
                  <a:pt x="130096" y="273447"/>
                  <a:pt x="141446" y="320596"/>
                  <a:pt x="157559" y="355124"/>
                </a:cubicBezTo>
                <a:cubicBezTo>
                  <a:pt x="166608" y="374571"/>
                  <a:pt x="176371" y="388303"/>
                  <a:pt x="185420" y="396716"/>
                </a:cubicBezTo>
                <a:cubicBezTo>
                  <a:pt x="194310" y="405051"/>
                  <a:pt x="200422" y="406400"/>
                  <a:pt x="203597" y="406400"/>
                </a:cubicBezTo>
                <a:cubicBezTo>
                  <a:pt x="206772" y="406400"/>
                  <a:pt x="212884" y="405051"/>
                  <a:pt x="221774" y="396716"/>
                </a:cubicBezTo>
                <a:cubicBezTo>
                  <a:pt x="230822" y="388302"/>
                  <a:pt x="240586" y="374491"/>
                  <a:pt x="249634" y="355124"/>
                </a:cubicBezTo>
                <a:cubicBezTo>
                  <a:pt x="265747" y="320596"/>
                  <a:pt x="277098" y="273447"/>
                  <a:pt x="279400" y="222250"/>
                </a:cubicBezTo>
                <a:close/>
                <a:moveTo>
                  <a:pt x="127714" y="184150"/>
                </a:moveTo>
                <a:lnTo>
                  <a:pt x="279241" y="184150"/>
                </a:lnTo>
                <a:cubicBezTo>
                  <a:pt x="277019" y="132953"/>
                  <a:pt x="265668" y="85804"/>
                  <a:pt x="249555" y="51276"/>
                </a:cubicBezTo>
                <a:cubicBezTo>
                  <a:pt x="240506" y="31909"/>
                  <a:pt x="230743" y="18098"/>
                  <a:pt x="221694" y="9684"/>
                </a:cubicBezTo>
                <a:cubicBezTo>
                  <a:pt x="212804" y="1349"/>
                  <a:pt x="206692" y="0"/>
                  <a:pt x="203518" y="0"/>
                </a:cubicBezTo>
                <a:cubicBezTo>
                  <a:pt x="200342" y="0"/>
                  <a:pt x="194231" y="1349"/>
                  <a:pt x="185341" y="9684"/>
                </a:cubicBezTo>
                <a:cubicBezTo>
                  <a:pt x="176292" y="18098"/>
                  <a:pt x="166529" y="31909"/>
                  <a:pt x="157480" y="51276"/>
                </a:cubicBezTo>
                <a:cubicBezTo>
                  <a:pt x="141367" y="85804"/>
                  <a:pt x="130016" y="132953"/>
                  <a:pt x="127714" y="184150"/>
                </a:cubicBezTo>
                <a:close/>
                <a:moveTo>
                  <a:pt x="89614" y="184150"/>
                </a:moveTo>
                <a:cubicBezTo>
                  <a:pt x="92393" y="116205"/>
                  <a:pt x="109934" y="53102"/>
                  <a:pt x="135573" y="11668"/>
                </a:cubicBezTo>
                <a:cubicBezTo>
                  <a:pt x="62468" y="37544"/>
                  <a:pt x="8652" y="104140"/>
                  <a:pt x="1191" y="184150"/>
                </a:cubicBezTo>
                <a:lnTo>
                  <a:pt x="89614" y="184150"/>
                </a:lnTo>
                <a:close/>
                <a:moveTo>
                  <a:pt x="1191" y="222250"/>
                </a:moveTo>
                <a:cubicBezTo>
                  <a:pt x="8652" y="302260"/>
                  <a:pt x="62468" y="368856"/>
                  <a:pt x="135573" y="394732"/>
                </a:cubicBezTo>
                <a:cubicBezTo>
                  <a:pt x="109934" y="353298"/>
                  <a:pt x="92393" y="290195"/>
                  <a:pt x="89614" y="222250"/>
                </a:cubicBezTo>
                <a:lnTo>
                  <a:pt x="1191" y="222250"/>
                </a:lnTo>
                <a:close/>
                <a:moveTo>
                  <a:pt x="317421" y="222250"/>
                </a:moveTo>
                <a:cubicBezTo>
                  <a:pt x="314643" y="290195"/>
                  <a:pt x="297101" y="353298"/>
                  <a:pt x="271463" y="394732"/>
                </a:cubicBezTo>
                <a:cubicBezTo>
                  <a:pt x="344567" y="368776"/>
                  <a:pt x="398383" y="302260"/>
                  <a:pt x="405844" y="222250"/>
                </a:cubicBezTo>
                <a:lnTo>
                  <a:pt x="317421" y="222250"/>
                </a:lnTo>
                <a:close/>
                <a:moveTo>
                  <a:pt x="405844" y="184150"/>
                </a:moveTo>
                <a:cubicBezTo>
                  <a:pt x="398383" y="104140"/>
                  <a:pt x="344567" y="37544"/>
                  <a:pt x="271463" y="11668"/>
                </a:cubicBezTo>
                <a:cubicBezTo>
                  <a:pt x="297101" y="53102"/>
                  <a:pt x="314643" y="116205"/>
                  <a:pt x="317421" y="184150"/>
                </a:cubicBezTo>
                <a:lnTo>
                  <a:pt x="405844" y="18415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27686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Browsers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302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Chrome, Firefox, Safari — software for accessing and displaying web content, pages, and applications.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2540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6096000" y="279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0200" y="165100"/>
                </a:moveTo>
                <a:cubicBezTo>
                  <a:pt x="330200" y="201533"/>
                  <a:pt x="318373" y="235188"/>
                  <a:pt x="298450" y="262493"/>
                </a:cubicBezTo>
                <a:lnTo>
                  <a:pt x="398939" y="363061"/>
                </a:lnTo>
                <a:cubicBezTo>
                  <a:pt x="408861" y="372983"/>
                  <a:pt x="408861" y="389096"/>
                  <a:pt x="398939" y="399018"/>
                </a:cubicBezTo>
                <a:cubicBezTo>
                  <a:pt x="389017" y="408940"/>
                  <a:pt x="372904" y="408940"/>
                  <a:pt x="362982" y="399018"/>
                </a:cubicBezTo>
                <a:lnTo>
                  <a:pt x="262493" y="298450"/>
                </a:lnTo>
                <a:cubicBezTo>
                  <a:pt x="235188" y="318373"/>
                  <a:pt x="201533" y="330200"/>
                  <a:pt x="165100" y="330200"/>
                </a:cubicBezTo>
                <a:cubicBezTo>
                  <a:pt x="73898" y="330200"/>
                  <a:pt x="0" y="256302"/>
                  <a:pt x="0" y="165100"/>
                </a:cubicBezTo>
                <a:cubicBezTo>
                  <a:pt x="0" y="73898"/>
                  <a:pt x="73898" y="0"/>
                  <a:pt x="165100" y="0"/>
                </a:cubicBezTo>
                <a:cubicBezTo>
                  <a:pt x="256302" y="0"/>
                  <a:pt x="330200" y="73898"/>
                  <a:pt x="330200" y="165100"/>
                </a:cubicBezTo>
                <a:close/>
                <a:moveTo>
                  <a:pt x="165100" y="279400"/>
                </a:moveTo>
                <a:cubicBezTo>
                  <a:pt x="228184" y="279400"/>
                  <a:pt x="279400" y="228184"/>
                  <a:pt x="279400" y="165100"/>
                </a:cubicBezTo>
                <a:cubicBezTo>
                  <a:pt x="279400" y="102016"/>
                  <a:pt x="228184" y="50800"/>
                  <a:pt x="165100" y="50800"/>
                </a:cubicBezTo>
                <a:cubicBezTo>
                  <a:pt x="102016" y="50800"/>
                  <a:pt x="50800" y="102016"/>
                  <a:pt x="50800" y="165100"/>
                </a:cubicBezTo>
                <a:cubicBezTo>
                  <a:pt x="50800" y="228184"/>
                  <a:pt x="102016" y="279400"/>
                  <a:pt x="165100" y="2794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6667500" y="27686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Engines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0" y="3302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Google, Bing — index and retrieve web information from billions of pages instantly.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540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12500" y="279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8100" y="50800"/>
                </a:moveTo>
                <a:cubicBezTo>
                  <a:pt x="17066" y="50800"/>
                  <a:pt x="0" y="67866"/>
                  <a:pt x="0" y="88900"/>
                </a:cubicBezTo>
                <a:cubicBezTo>
                  <a:pt x="0" y="100886"/>
                  <a:pt x="5636" y="112157"/>
                  <a:pt x="15240" y="119380"/>
                </a:cubicBezTo>
                <a:lnTo>
                  <a:pt x="180340" y="243205"/>
                </a:lnTo>
                <a:cubicBezTo>
                  <a:pt x="193913" y="253365"/>
                  <a:pt x="212487" y="253365"/>
                  <a:pt x="226060" y="243205"/>
                </a:cubicBezTo>
                <a:lnTo>
                  <a:pt x="391160" y="119380"/>
                </a:lnTo>
                <a:cubicBezTo>
                  <a:pt x="400764" y="112157"/>
                  <a:pt x="406400" y="100886"/>
                  <a:pt x="406400" y="88900"/>
                </a:cubicBezTo>
                <a:cubicBezTo>
                  <a:pt x="406400" y="67866"/>
                  <a:pt x="389334" y="50800"/>
                  <a:pt x="368300" y="50800"/>
                </a:cubicBezTo>
                <a:lnTo>
                  <a:pt x="38100" y="50800"/>
                </a:lnTo>
                <a:close/>
                <a:moveTo>
                  <a:pt x="0" y="155575"/>
                </a:moveTo>
                <a:lnTo>
                  <a:pt x="0" y="304800"/>
                </a:lnTo>
                <a:cubicBezTo>
                  <a:pt x="0" y="332819"/>
                  <a:pt x="22781" y="355600"/>
                  <a:pt x="50800" y="355600"/>
                </a:cubicBezTo>
                <a:lnTo>
                  <a:pt x="355600" y="355600"/>
                </a:lnTo>
                <a:cubicBezTo>
                  <a:pt x="383619" y="355600"/>
                  <a:pt x="406400" y="332819"/>
                  <a:pt x="406400" y="304800"/>
                </a:cubicBezTo>
                <a:lnTo>
                  <a:pt x="406400" y="155575"/>
                </a:lnTo>
                <a:lnTo>
                  <a:pt x="248920" y="273685"/>
                </a:lnTo>
                <a:cubicBezTo>
                  <a:pt x="221853" y="294005"/>
                  <a:pt x="184547" y="294005"/>
                  <a:pt x="157480" y="273685"/>
                </a:cubicBezTo>
                <a:lnTo>
                  <a:pt x="0" y="155575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11684000" y="27686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12500" y="3302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Electronic messaging for personal and business communication with attachments and organization.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080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4100" y="5334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0" y="266700"/>
                </a:moveTo>
                <a:cubicBezTo>
                  <a:pt x="0" y="329803"/>
                  <a:pt x="51197" y="381000"/>
                  <a:pt x="114300" y="381000"/>
                </a:cubicBezTo>
                <a:lnTo>
                  <a:pt x="355600" y="381000"/>
                </a:lnTo>
                <a:cubicBezTo>
                  <a:pt x="411718" y="381000"/>
                  <a:pt x="457200" y="335518"/>
                  <a:pt x="457200" y="279400"/>
                </a:cubicBezTo>
                <a:cubicBezTo>
                  <a:pt x="457200" y="238442"/>
                  <a:pt x="432991" y="203121"/>
                  <a:pt x="398066" y="187087"/>
                </a:cubicBezTo>
                <a:cubicBezTo>
                  <a:pt x="403384" y="176689"/>
                  <a:pt x="406400" y="164862"/>
                  <a:pt x="406400" y="152400"/>
                </a:cubicBezTo>
                <a:cubicBezTo>
                  <a:pt x="406400" y="110331"/>
                  <a:pt x="372269" y="76200"/>
                  <a:pt x="330200" y="76200"/>
                </a:cubicBezTo>
                <a:cubicBezTo>
                  <a:pt x="316151" y="76200"/>
                  <a:pt x="303054" y="80010"/>
                  <a:pt x="291783" y="86598"/>
                </a:cubicBezTo>
                <a:cubicBezTo>
                  <a:pt x="272653" y="50244"/>
                  <a:pt x="234474" y="25400"/>
                  <a:pt x="190500" y="25400"/>
                </a:cubicBezTo>
                <a:cubicBezTo>
                  <a:pt x="127397" y="25400"/>
                  <a:pt x="76200" y="76597"/>
                  <a:pt x="76200" y="139700"/>
                </a:cubicBezTo>
                <a:cubicBezTo>
                  <a:pt x="76200" y="146050"/>
                  <a:pt x="76756" y="152321"/>
                  <a:pt x="77708" y="158353"/>
                </a:cubicBezTo>
                <a:cubicBezTo>
                  <a:pt x="32544" y="173593"/>
                  <a:pt x="0" y="216376"/>
                  <a:pt x="0" y="2667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1651000" y="53086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Computing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9500" y="5842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Delivers computing services — storage, processing, software — over the internet on demand.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0" y="5080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6000" y="533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4800" y="152400"/>
                </a:moveTo>
                <a:cubicBezTo>
                  <a:pt x="346869" y="152400"/>
                  <a:pt x="381000" y="118269"/>
                  <a:pt x="381000" y="76200"/>
                </a:cubicBezTo>
                <a:cubicBezTo>
                  <a:pt x="381000" y="34131"/>
                  <a:pt x="346869" y="0"/>
                  <a:pt x="304800" y="0"/>
                </a:cubicBezTo>
                <a:cubicBezTo>
                  <a:pt x="262731" y="0"/>
                  <a:pt x="228600" y="34131"/>
                  <a:pt x="228600" y="76200"/>
                </a:cubicBezTo>
                <a:cubicBezTo>
                  <a:pt x="228600" y="80486"/>
                  <a:pt x="228997" y="84773"/>
                  <a:pt x="229632" y="88900"/>
                </a:cubicBezTo>
                <a:lnTo>
                  <a:pt x="126683" y="146129"/>
                </a:lnTo>
                <a:cubicBezTo>
                  <a:pt x="113268" y="134223"/>
                  <a:pt x="95567" y="127000"/>
                  <a:pt x="76200" y="127000"/>
                </a:cubicBezTo>
                <a:cubicBezTo>
                  <a:pt x="34131" y="127000"/>
                  <a:pt x="0" y="161131"/>
                  <a:pt x="0" y="203200"/>
                </a:cubicBezTo>
                <a:cubicBezTo>
                  <a:pt x="0" y="245269"/>
                  <a:pt x="34131" y="279400"/>
                  <a:pt x="76200" y="279400"/>
                </a:cubicBezTo>
                <a:cubicBezTo>
                  <a:pt x="95568" y="279400"/>
                  <a:pt x="113189" y="272177"/>
                  <a:pt x="126683" y="260271"/>
                </a:cubicBezTo>
                <a:lnTo>
                  <a:pt x="229632" y="317500"/>
                </a:lnTo>
                <a:cubicBezTo>
                  <a:pt x="228918" y="321628"/>
                  <a:pt x="228600" y="325834"/>
                  <a:pt x="228600" y="330200"/>
                </a:cubicBezTo>
                <a:cubicBezTo>
                  <a:pt x="228600" y="372269"/>
                  <a:pt x="262731" y="406400"/>
                  <a:pt x="304800" y="406400"/>
                </a:cubicBezTo>
                <a:cubicBezTo>
                  <a:pt x="346869" y="406400"/>
                  <a:pt x="381000" y="372269"/>
                  <a:pt x="381000" y="330200"/>
                </a:cubicBezTo>
                <a:cubicBezTo>
                  <a:pt x="381000" y="288131"/>
                  <a:pt x="346869" y="254000"/>
                  <a:pt x="304800" y="254000"/>
                </a:cubicBezTo>
                <a:cubicBezTo>
                  <a:pt x="285433" y="254000"/>
                  <a:pt x="267811" y="261223"/>
                  <a:pt x="254317" y="273129"/>
                </a:cubicBezTo>
                <a:lnTo>
                  <a:pt x="151368" y="215900"/>
                </a:lnTo>
                <a:cubicBezTo>
                  <a:pt x="152083" y="211773"/>
                  <a:pt x="152400" y="207566"/>
                  <a:pt x="152400" y="203200"/>
                </a:cubicBezTo>
                <a:cubicBezTo>
                  <a:pt x="152400" y="198834"/>
                  <a:pt x="152003" y="194628"/>
                  <a:pt x="151368" y="190500"/>
                </a:cubicBezTo>
                <a:lnTo>
                  <a:pt x="254317" y="133271"/>
                </a:lnTo>
                <a:cubicBezTo>
                  <a:pt x="267732" y="145177"/>
                  <a:pt x="285432" y="152400"/>
                  <a:pt x="304800" y="1524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6667500" y="53086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Media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6000" y="5842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Platforms for content sharing, social networking, and community building worldwide.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95000" y="5080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61700" y="5334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19050" y="-12700"/>
                </a:moveTo>
                <a:cubicBezTo>
                  <a:pt x="8493" y="-12700"/>
                  <a:pt x="0" y="-4207"/>
                  <a:pt x="0" y="6350"/>
                </a:cubicBezTo>
                <a:cubicBezTo>
                  <a:pt x="0" y="16907"/>
                  <a:pt x="8493" y="25400"/>
                  <a:pt x="19050" y="25400"/>
                </a:cubicBezTo>
                <a:lnTo>
                  <a:pt x="55007" y="25400"/>
                </a:lnTo>
                <a:cubicBezTo>
                  <a:pt x="58103" y="25400"/>
                  <a:pt x="60722" y="27622"/>
                  <a:pt x="61278" y="30639"/>
                </a:cubicBezTo>
                <a:lnTo>
                  <a:pt x="102632" y="257889"/>
                </a:lnTo>
                <a:cubicBezTo>
                  <a:pt x="107553" y="285036"/>
                  <a:pt x="131207" y="304800"/>
                  <a:pt x="158829" y="304800"/>
                </a:cubicBezTo>
                <a:lnTo>
                  <a:pt x="361950" y="304800"/>
                </a:lnTo>
                <a:cubicBezTo>
                  <a:pt x="372507" y="304800"/>
                  <a:pt x="381000" y="296307"/>
                  <a:pt x="381000" y="285750"/>
                </a:cubicBezTo>
                <a:cubicBezTo>
                  <a:pt x="381000" y="275193"/>
                  <a:pt x="372507" y="266700"/>
                  <a:pt x="361950" y="266700"/>
                </a:cubicBezTo>
                <a:lnTo>
                  <a:pt x="158829" y="266700"/>
                </a:lnTo>
                <a:cubicBezTo>
                  <a:pt x="149622" y="266700"/>
                  <a:pt x="141764" y="260112"/>
                  <a:pt x="140097" y="251063"/>
                </a:cubicBezTo>
                <a:lnTo>
                  <a:pt x="136049" y="228600"/>
                </a:lnTo>
                <a:lnTo>
                  <a:pt x="377031" y="228600"/>
                </a:lnTo>
                <a:cubicBezTo>
                  <a:pt x="401479" y="228600"/>
                  <a:pt x="422434" y="211217"/>
                  <a:pt x="426958" y="187166"/>
                </a:cubicBezTo>
                <a:lnTo>
                  <a:pt x="451564" y="55483"/>
                </a:lnTo>
                <a:cubicBezTo>
                  <a:pt x="454501" y="39846"/>
                  <a:pt x="442516" y="25400"/>
                  <a:pt x="426561" y="25400"/>
                </a:cubicBezTo>
                <a:lnTo>
                  <a:pt x="98981" y="25400"/>
                </a:lnTo>
                <a:lnTo>
                  <a:pt x="98663" y="23813"/>
                </a:lnTo>
                <a:cubicBezTo>
                  <a:pt x="94853" y="2699"/>
                  <a:pt x="76438" y="-12700"/>
                  <a:pt x="54927" y="-12700"/>
                </a:cubicBezTo>
                <a:lnTo>
                  <a:pt x="19050" y="-12700"/>
                </a:lnTo>
                <a:close/>
                <a:moveTo>
                  <a:pt x="165100" y="406400"/>
                </a:moveTo>
                <a:cubicBezTo>
                  <a:pt x="186128" y="406400"/>
                  <a:pt x="203200" y="389328"/>
                  <a:pt x="203200" y="368300"/>
                </a:cubicBezTo>
                <a:cubicBezTo>
                  <a:pt x="203200" y="347272"/>
                  <a:pt x="186128" y="330200"/>
                  <a:pt x="165100" y="330200"/>
                </a:cubicBezTo>
                <a:cubicBezTo>
                  <a:pt x="144072" y="330200"/>
                  <a:pt x="127000" y="347272"/>
                  <a:pt x="127000" y="368300"/>
                </a:cubicBezTo>
                <a:cubicBezTo>
                  <a:pt x="127000" y="389328"/>
                  <a:pt x="144072" y="406400"/>
                  <a:pt x="165100" y="406400"/>
                </a:cubicBezTo>
                <a:close/>
                <a:moveTo>
                  <a:pt x="342900" y="406400"/>
                </a:moveTo>
                <a:cubicBezTo>
                  <a:pt x="363928" y="406400"/>
                  <a:pt x="381000" y="389328"/>
                  <a:pt x="381000" y="368300"/>
                </a:cubicBezTo>
                <a:cubicBezTo>
                  <a:pt x="381000" y="347272"/>
                  <a:pt x="363928" y="330200"/>
                  <a:pt x="342900" y="330200"/>
                </a:cubicBezTo>
                <a:cubicBezTo>
                  <a:pt x="321872" y="330200"/>
                  <a:pt x="304800" y="347272"/>
                  <a:pt x="304800" y="368300"/>
                </a:cubicBezTo>
                <a:cubicBezTo>
                  <a:pt x="304800" y="389328"/>
                  <a:pt x="321872" y="406400"/>
                  <a:pt x="342900" y="4064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7" name="Text 25"/>
          <p:cNvSpPr/>
          <p:nvPr/>
        </p:nvSpPr>
        <p:spPr>
          <a:xfrm>
            <a:off x="11684000" y="53086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E-Commerce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12500" y="5842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buying and selling of goods and services with secure payment processing.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Wireless and Mobile Communication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Wireless communication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transmits data without physical cables using electromagnetic waves.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6" name="Shape 4"/>
          <p:cNvSpPr/>
          <p:nvPr/>
        </p:nvSpPr>
        <p:spPr>
          <a:xfrm>
            <a:off x="1054100" y="2603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76200"/>
                </a:moveTo>
                <a:cubicBezTo>
                  <a:pt x="156448" y="76200"/>
                  <a:pt x="91123" y="104775"/>
                  <a:pt x="43101" y="151289"/>
                </a:cubicBezTo>
                <a:cubicBezTo>
                  <a:pt x="33020" y="161052"/>
                  <a:pt x="16907" y="160814"/>
                  <a:pt x="7223" y="150733"/>
                </a:cubicBezTo>
                <a:cubicBezTo>
                  <a:pt x="-2461" y="140653"/>
                  <a:pt x="-2302" y="124539"/>
                  <a:pt x="7779" y="114856"/>
                </a:cubicBezTo>
                <a:cubicBezTo>
                  <a:pt x="64849" y="59452"/>
                  <a:pt x="142796" y="25400"/>
                  <a:pt x="228600" y="25400"/>
                </a:cubicBezTo>
                <a:cubicBezTo>
                  <a:pt x="314404" y="25400"/>
                  <a:pt x="392351" y="59452"/>
                  <a:pt x="449501" y="114856"/>
                </a:cubicBezTo>
                <a:cubicBezTo>
                  <a:pt x="459581" y="124619"/>
                  <a:pt x="459819" y="140732"/>
                  <a:pt x="450056" y="150733"/>
                </a:cubicBezTo>
                <a:cubicBezTo>
                  <a:pt x="440293" y="160734"/>
                  <a:pt x="424180" y="161052"/>
                  <a:pt x="414179" y="151289"/>
                </a:cubicBezTo>
                <a:cubicBezTo>
                  <a:pt x="366077" y="104775"/>
                  <a:pt x="300752" y="76200"/>
                  <a:pt x="228600" y="76200"/>
                </a:cubicBezTo>
                <a:close/>
                <a:moveTo>
                  <a:pt x="190500" y="342900"/>
                </a:moveTo>
                <a:cubicBezTo>
                  <a:pt x="190500" y="321872"/>
                  <a:pt x="207572" y="304800"/>
                  <a:pt x="228600" y="304800"/>
                </a:cubicBezTo>
                <a:cubicBezTo>
                  <a:pt x="249628" y="304800"/>
                  <a:pt x="266700" y="321872"/>
                  <a:pt x="266700" y="342900"/>
                </a:cubicBezTo>
                <a:cubicBezTo>
                  <a:pt x="266700" y="363928"/>
                  <a:pt x="249628" y="381000"/>
                  <a:pt x="228600" y="381000"/>
                </a:cubicBezTo>
                <a:cubicBezTo>
                  <a:pt x="207572" y="381000"/>
                  <a:pt x="190500" y="363928"/>
                  <a:pt x="190500" y="342900"/>
                </a:cubicBezTo>
                <a:close/>
                <a:moveTo>
                  <a:pt x="133350" y="258921"/>
                </a:moveTo>
                <a:cubicBezTo>
                  <a:pt x="124063" y="269478"/>
                  <a:pt x="108029" y="270431"/>
                  <a:pt x="97473" y="261144"/>
                </a:cubicBezTo>
                <a:cubicBezTo>
                  <a:pt x="86916" y="251857"/>
                  <a:pt x="85963" y="235823"/>
                  <a:pt x="95250" y="225266"/>
                </a:cubicBezTo>
                <a:cubicBezTo>
                  <a:pt x="127794" y="188436"/>
                  <a:pt x="175498" y="165100"/>
                  <a:pt x="228600" y="165100"/>
                </a:cubicBezTo>
                <a:cubicBezTo>
                  <a:pt x="281702" y="165100"/>
                  <a:pt x="329406" y="188436"/>
                  <a:pt x="361950" y="225266"/>
                </a:cubicBezTo>
                <a:cubicBezTo>
                  <a:pt x="371237" y="235823"/>
                  <a:pt x="370205" y="251857"/>
                  <a:pt x="359728" y="261144"/>
                </a:cubicBezTo>
                <a:cubicBezTo>
                  <a:pt x="349250" y="270431"/>
                  <a:pt x="333137" y="269399"/>
                  <a:pt x="323850" y="258921"/>
                </a:cubicBezTo>
                <a:cubicBezTo>
                  <a:pt x="300514" y="232489"/>
                  <a:pt x="266541" y="215900"/>
                  <a:pt x="228600" y="215900"/>
                </a:cubicBezTo>
                <a:cubicBezTo>
                  <a:pt x="190659" y="215900"/>
                  <a:pt x="156686" y="232489"/>
                  <a:pt x="133350" y="258921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2476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Wi-Fi (IEEE 802.11)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14500" y="2857500"/>
            <a:ext cx="584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Wireless LAN connectivity in homes, offices, and public spaces.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22860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10" name="Shape 8"/>
          <p:cNvSpPr/>
          <p:nvPr/>
        </p:nvSpPr>
        <p:spPr>
          <a:xfrm>
            <a:off x="8699500" y="260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87350" y="44450"/>
                </a:moveTo>
                <a:cubicBezTo>
                  <a:pt x="387350" y="33893"/>
                  <a:pt x="378857" y="25400"/>
                  <a:pt x="368300" y="25400"/>
                </a:cubicBezTo>
                <a:cubicBezTo>
                  <a:pt x="357743" y="25400"/>
                  <a:pt x="349250" y="33893"/>
                  <a:pt x="349250" y="44450"/>
                </a:cubicBezTo>
                <a:lnTo>
                  <a:pt x="349250" y="361950"/>
                </a:lnTo>
                <a:cubicBezTo>
                  <a:pt x="349250" y="372507"/>
                  <a:pt x="357743" y="381000"/>
                  <a:pt x="368300" y="381000"/>
                </a:cubicBezTo>
                <a:cubicBezTo>
                  <a:pt x="378857" y="381000"/>
                  <a:pt x="387350" y="372507"/>
                  <a:pt x="387350" y="361950"/>
                </a:cubicBezTo>
                <a:lnTo>
                  <a:pt x="387350" y="44450"/>
                </a:lnTo>
                <a:close/>
                <a:moveTo>
                  <a:pt x="285750" y="101600"/>
                </a:moveTo>
                <a:cubicBezTo>
                  <a:pt x="275193" y="101600"/>
                  <a:pt x="266700" y="110093"/>
                  <a:pt x="266700" y="120650"/>
                </a:cubicBezTo>
                <a:lnTo>
                  <a:pt x="266700" y="361950"/>
                </a:lnTo>
                <a:cubicBezTo>
                  <a:pt x="266700" y="372507"/>
                  <a:pt x="275193" y="381000"/>
                  <a:pt x="285750" y="381000"/>
                </a:cubicBezTo>
                <a:cubicBezTo>
                  <a:pt x="296307" y="381000"/>
                  <a:pt x="304800" y="372507"/>
                  <a:pt x="304800" y="361950"/>
                </a:cubicBezTo>
                <a:lnTo>
                  <a:pt x="304800" y="120650"/>
                </a:lnTo>
                <a:cubicBezTo>
                  <a:pt x="304800" y="110093"/>
                  <a:pt x="296307" y="101600"/>
                  <a:pt x="285750" y="101600"/>
                </a:cubicBezTo>
                <a:close/>
                <a:moveTo>
                  <a:pt x="222250" y="196850"/>
                </a:moveTo>
                <a:cubicBezTo>
                  <a:pt x="222250" y="186293"/>
                  <a:pt x="213757" y="177800"/>
                  <a:pt x="203200" y="177800"/>
                </a:cubicBezTo>
                <a:cubicBezTo>
                  <a:pt x="192643" y="177800"/>
                  <a:pt x="184150" y="186293"/>
                  <a:pt x="184150" y="196850"/>
                </a:cubicBezTo>
                <a:lnTo>
                  <a:pt x="184150" y="361950"/>
                </a:lnTo>
                <a:cubicBezTo>
                  <a:pt x="184150" y="372507"/>
                  <a:pt x="192643" y="381000"/>
                  <a:pt x="203200" y="381000"/>
                </a:cubicBezTo>
                <a:cubicBezTo>
                  <a:pt x="213757" y="381000"/>
                  <a:pt x="222250" y="372507"/>
                  <a:pt x="222250" y="361950"/>
                </a:cubicBezTo>
                <a:lnTo>
                  <a:pt x="222250" y="196850"/>
                </a:lnTo>
                <a:close/>
                <a:moveTo>
                  <a:pt x="120650" y="254000"/>
                </a:moveTo>
                <a:cubicBezTo>
                  <a:pt x="110093" y="254000"/>
                  <a:pt x="101600" y="262493"/>
                  <a:pt x="101600" y="273050"/>
                </a:cubicBezTo>
                <a:lnTo>
                  <a:pt x="101600" y="361950"/>
                </a:lnTo>
                <a:cubicBezTo>
                  <a:pt x="101600" y="372507"/>
                  <a:pt x="110093" y="381000"/>
                  <a:pt x="120650" y="381000"/>
                </a:cubicBezTo>
                <a:cubicBezTo>
                  <a:pt x="131207" y="381000"/>
                  <a:pt x="139700" y="372507"/>
                  <a:pt x="139700" y="361950"/>
                </a:cubicBezTo>
                <a:lnTo>
                  <a:pt x="139700" y="273050"/>
                </a:lnTo>
                <a:cubicBezTo>
                  <a:pt x="139700" y="262493"/>
                  <a:pt x="131207" y="254000"/>
                  <a:pt x="120650" y="254000"/>
                </a:cubicBezTo>
                <a:close/>
                <a:moveTo>
                  <a:pt x="38100" y="304800"/>
                </a:moveTo>
                <a:cubicBezTo>
                  <a:pt x="27543" y="304800"/>
                  <a:pt x="19050" y="313293"/>
                  <a:pt x="19050" y="323850"/>
                </a:cubicBezTo>
                <a:lnTo>
                  <a:pt x="19050" y="361950"/>
                </a:lnTo>
                <a:cubicBezTo>
                  <a:pt x="19050" y="372507"/>
                  <a:pt x="27543" y="381000"/>
                  <a:pt x="38100" y="381000"/>
                </a:cubicBezTo>
                <a:cubicBezTo>
                  <a:pt x="48657" y="381000"/>
                  <a:pt x="57150" y="372507"/>
                  <a:pt x="57150" y="361950"/>
                </a:cubicBezTo>
                <a:lnTo>
                  <a:pt x="57150" y="323850"/>
                </a:lnTo>
                <a:cubicBezTo>
                  <a:pt x="57150" y="313293"/>
                  <a:pt x="48657" y="304800"/>
                  <a:pt x="38100" y="3048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334500" y="2476500"/>
            <a:ext cx="584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Cellular Networks (1G to 5G)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34500" y="2857500"/>
            <a:ext cx="584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communication with increasing speed and lower latency.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06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Cellular Network Evolution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572000"/>
            <a:ext cx="1651000" cy="1270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15" name="Text 13"/>
          <p:cNvSpPr/>
          <p:nvPr/>
        </p:nvSpPr>
        <p:spPr>
          <a:xfrm>
            <a:off x="889000" y="4762500"/>
            <a:ext cx="13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4G LTE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HD video streaming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40000" y="5143500"/>
            <a:ext cx="381000" cy="0"/>
          </a:xfrm>
          <a:prstGeom prst="straightConnector1">
            <a:avLst/>
          </a:prstGeom>
          <a:noFill/>
          <a:ln w="25400">
            <a:solidFill>
              <a:srgbClr val="0D7377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3048000" y="4572000"/>
            <a:ext cx="12446000" cy="1270000"/>
          </a:xfrm>
          <a:prstGeom prst="roundRect">
            <a:avLst>
              <a:gd name="adj" fmla="val 6000"/>
            </a:avLst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4762500"/>
            <a:ext cx="1168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5G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Ultra-fast connectivity enabling IoT, autonomous vehicles, smart cities, and real-time remote surgery with near-zero latency.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622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Other Wireless Technologies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6731000"/>
            <a:ext cx="4699000" cy="1016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8400" y="6985000"/>
            <a:ext cx="177800" cy="355600"/>
          </a:xfrm>
          <a:custGeom>
            <a:avLst/>
            <a:gdLst/>
            <a:ahLst/>
            <a:cxnLst/>
            <a:rect l="l" t="t" r="r" b="b"/>
            <a:pathLst>
              <a:path w="177800" h="355600">
                <a:moveTo>
                  <a:pt x="114528" y="180578"/>
                </a:moveTo>
                <a:lnTo>
                  <a:pt x="178842" y="108833"/>
                </a:lnTo>
                <a:lnTo>
                  <a:pt x="77510" y="0"/>
                </a:lnTo>
                <a:lnTo>
                  <a:pt x="77510" y="143282"/>
                </a:lnTo>
                <a:lnTo>
                  <a:pt x="17641" y="83483"/>
                </a:lnTo>
                <a:lnTo>
                  <a:pt x="-4167" y="105291"/>
                </a:lnTo>
                <a:lnTo>
                  <a:pt x="70912" y="180578"/>
                </a:lnTo>
                <a:lnTo>
                  <a:pt x="-4167" y="255865"/>
                </a:lnTo>
                <a:lnTo>
                  <a:pt x="17641" y="277674"/>
                </a:lnTo>
                <a:lnTo>
                  <a:pt x="77510" y="217874"/>
                </a:lnTo>
                <a:lnTo>
                  <a:pt x="79385" y="355600"/>
                </a:lnTo>
                <a:lnTo>
                  <a:pt x="182523" y="252393"/>
                </a:lnTo>
                <a:lnTo>
                  <a:pt x="114528" y="180578"/>
                </a:lnTo>
                <a:close/>
                <a:moveTo>
                  <a:pt x="142935" y="109041"/>
                </a:moveTo>
                <a:lnTo>
                  <a:pt x="108208" y="143768"/>
                </a:lnTo>
                <a:lnTo>
                  <a:pt x="108000" y="74106"/>
                </a:lnTo>
                <a:lnTo>
                  <a:pt x="142935" y="109041"/>
                </a:lnTo>
                <a:close/>
                <a:moveTo>
                  <a:pt x="108208" y="217388"/>
                </a:moveTo>
                <a:lnTo>
                  <a:pt x="142935" y="252115"/>
                </a:lnTo>
                <a:lnTo>
                  <a:pt x="108000" y="287050"/>
                </a:lnTo>
                <a:lnTo>
                  <a:pt x="108208" y="217388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1587500" y="6921500"/>
            <a:ext cx="3619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Bluetooth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Short-range wireless for device pairing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78500" y="6731000"/>
            <a:ext cx="4699000" cy="1016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6000" y="698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66675"/>
                </a:moveTo>
                <a:cubicBezTo>
                  <a:pt x="44450" y="54382"/>
                  <a:pt x="54382" y="44450"/>
                  <a:pt x="66675" y="44450"/>
                </a:cubicBezTo>
                <a:lnTo>
                  <a:pt x="177800" y="44450"/>
                </a:lnTo>
                <a:cubicBezTo>
                  <a:pt x="190093" y="44450"/>
                  <a:pt x="200025" y="54382"/>
                  <a:pt x="200025" y="66675"/>
                </a:cubicBezTo>
                <a:lnTo>
                  <a:pt x="200025" y="266700"/>
                </a:lnTo>
                <a:lnTo>
                  <a:pt x="266700" y="266700"/>
                </a:lnTo>
                <a:lnTo>
                  <a:pt x="266700" y="177800"/>
                </a:lnTo>
                <a:cubicBezTo>
                  <a:pt x="266700" y="165507"/>
                  <a:pt x="276632" y="155575"/>
                  <a:pt x="288925" y="155575"/>
                </a:cubicBez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311150" y="200025"/>
                </a:lnTo>
                <a:lnTo>
                  <a:pt x="311150" y="288925"/>
                </a:lnTo>
                <a:cubicBezTo>
                  <a:pt x="311150" y="301218"/>
                  <a:pt x="301218" y="311150"/>
                  <a:pt x="288925" y="311150"/>
                </a:cubicBezTo>
                <a:lnTo>
                  <a:pt x="177800" y="311150"/>
                </a:lnTo>
                <a:cubicBezTo>
                  <a:pt x="165507" y="311150"/>
                  <a:pt x="155575" y="301218"/>
                  <a:pt x="155575" y="288925"/>
                </a:cubicBezTo>
                <a:lnTo>
                  <a:pt x="155575" y="88900"/>
                </a:lnTo>
                <a:lnTo>
                  <a:pt x="88900" y="88900"/>
                </a:lnTo>
                <a:lnTo>
                  <a:pt x="88900" y="177800"/>
                </a:lnTo>
                <a:cubicBezTo>
                  <a:pt x="88900" y="190093"/>
                  <a:pt x="78968" y="200025"/>
                  <a:pt x="66675" y="200025"/>
                </a:cubicBezTo>
                <a:lnTo>
                  <a:pt x="22225" y="200025"/>
                </a:lnTo>
                <a:cubicBezTo>
                  <a:pt x="9932" y="200025"/>
                  <a:pt x="0" y="190093"/>
                  <a:pt x="0" y="177800"/>
                </a:cubicBezTo>
                <a:cubicBezTo>
                  <a:pt x="0" y="165507"/>
                  <a:pt x="9932" y="155575"/>
                  <a:pt x="22225" y="155575"/>
                </a:cubicBezTo>
                <a:lnTo>
                  <a:pt x="44450" y="155575"/>
                </a:lnTo>
                <a:lnTo>
                  <a:pt x="44450" y="66675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6604000" y="6921500"/>
            <a:ext cx="3619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NFC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Contactless payments and data exchange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795000" y="6731000"/>
            <a:ext cx="4699000" cy="1016000"/>
          </a:xfrm>
          <a:prstGeom prst="roundRect">
            <a:avLst>
              <a:gd name="adj" fmla="val 8000"/>
            </a:avLst>
          </a:prstGeom>
          <a:solidFill>
            <a:srgbClr val="E8F4F4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12500" y="698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8212" y="4862"/>
                </a:moveTo>
                <a:cubicBezTo>
                  <a:pt x="144740" y="-1667"/>
                  <a:pt x="155297" y="-1667"/>
                  <a:pt x="161756" y="4862"/>
                </a:cubicBezTo>
                <a:lnTo>
                  <a:pt x="223847" y="66953"/>
                </a:lnTo>
                <a:lnTo>
                  <a:pt x="262047" y="28754"/>
                </a:lnTo>
                <a:cubicBezTo>
                  <a:pt x="270728" y="20072"/>
                  <a:pt x="284827" y="20072"/>
                  <a:pt x="293509" y="28754"/>
                </a:cubicBezTo>
                <a:lnTo>
                  <a:pt x="326846" y="62091"/>
                </a:lnTo>
                <a:cubicBezTo>
                  <a:pt x="335528" y="70773"/>
                  <a:pt x="335528" y="84872"/>
                  <a:pt x="326846" y="93553"/>
                </a:cubicBezTo>
                <a:lnTo>
                  <a:pt x="288647" y="131753"/>
                </a:lnTo>
                <a:lnTo>
                  <a:pt x="350738" y="193844"/>
                </a:lnTo>
                <a:cubicBezTo>
                  <a:pt x="357267" y="200372"/>
                  <a:pt x="357267" y="210929"/>
                  <a:pt x="350738" y="217388"/>
                </a:cubicBezTo>
                <a:lnTo>
                  <a:pt x="284063" y="284063"/>
                </a:lnTo>
                <a:cubicBezTo>
                  <a:pt x="277535" y="290592"/>
                  <a:pt x="266978" y="290592"/>
                  <a:pt x="260519" y="284063"/>
                </a:cubicBezTo>
                <a:lnTo>
                  <a:pt x="198428" y="221972"/>
                </a:lnTo>
                <a:lnTo>
                  <a:pt x="187662" y="232737"/>
                </a:lnTo>
                <a:cubicBezTo>
                  <a:pt x="195580" y="249823"/>
                  <a:pt x="200025" y="268853"/>
                  <a:pt x="200025" y="288925"/>
                </a:cubicBezTo>
                <a:cubicBezTo>
                  <a:pt x="200025" y="310942"/>
                  <a:pt x="194677" y="331639"/>
                  <a:pt x="185301" y="349905"/>
                </a:cubicBezTo>
                <a:cubicBezTo>
                  <a:pt x="182037" y="356156"/>
                  <a:pt x="173702" y="357059"/>
                  <a:pt x="168771" y="352058"/>
                </a:cubicBezTo>
                <a:lnTo>
                  <a:pt x="101888" y="285175"/>
                </a:lnTo>
                <a:lnTo>
                  <a:pt x="60216" y="326846"/>
                </a:lnTo>
                <a:cubicBezTo>
                  <a:pt x="51534" y="335528"/>
                  <a:pt x="37435" y="335528"/>
                  <a:pt x="28754" y="326846"/>
                </a:cubicBezTo>
                <a:cubicBezTo>
                  <a:pt x="20072" y="318165"/>
                  <a:pt x="20072" y="304066"/>
                  <a:pt x="28754" y="295384"/>
                </a:cubicBezTo>
                <a:lnTo>
                  <a:pt x="70425" y="253712"/>
                </a:lnTo>
                <a:lnTo>
                  <a:pt x="3542" y="186829"/>
                </a:lnTo>
                <a:cubicBezTo>
                  <a:pt x="-1459" y="181828"/>
                  <a:pt x="-556" y="173494"/>
                  <a:pt x="5695" y="170299"/>
                </a:cubicBezTo>
                <a:cubicBezTo>
                  <a:pt x="23961" y="160853"/>
                  <a:pt x="44728" y="155575"/>
                  <a:pt x="66675" y="155575"/>
                </a:cubicBezTo>
                <a:cubicBezTo>
                  <a:pt x="86747" y="155575"/>
                  <a:pt x="105777" y="160020"/>
                  <a:pt x="122863" y="167938"/>
                </a:cubicBezTo>
                <a:lnTo>
                  <a:pt x="133628" y="157172"/>
                </a:lnTo>
                <a:lnTo>
                  <a:pt x="71537" y="95151"/>
                </a:lnTo>
                <a:cubicBezTo>
                  <a:pt x="65008" y="88622"/>
                  <a:pt x="65008" y="78065"/>
                  <a:pt x="71537" y="71606"/>
                </a:cubicBezTo>
                <a:lnTo>
                  <a:pt x="138212" y="4862"/>
                </a:lnTo>
                <a:close/>
                <a:moveTo>
                  <a:pt x="150019" y="40213"/>
                </a:moveTo>
                <a:lnTo>
                  <a:pt x="106888" y="83344"/>
                </a:lnTo>
                <a:lnTo>
                  <a:pt x="157172" y="133628"/>
                </a:lnTo>
                <a:lnTo>
                  <a:pt x="200303" y="90497"/>
                </a:lnTo>
                <a:lnTo>
                  <a:pt x="150019" y="40213"/>
                </a:lnTo>
                <a:close/>
                <a:moveTo>
                  <a:pt x="272256" y="248712"/>
                </a:moveTo>
                <a:lnTo>
                  <a:pt x="315387" y="205581"/>
                </a:lnTo>
                <a:lnTo>
                  <a:pt x="265103" y="155297"/>
                </a:lnTo>
                <a:lnTo>
                  <a:pt x="221972" y="198428"/>
                </a:lnTo>
                <a:lnTo>
                  <a:pt x="272256" y="248712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8" name="Text 26"/>
          <p:cNvSpPr/>
          <p:nvPr/>
        </p:nvSpPr>
        <p:spPr>
          <a:xfrm>
            <a:off x="11620500" y="6921500"/>
            <a:ext cx="3619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Satellite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Connectivity in remote areas globally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2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tvlgpsu6ygnm/mnt/agents/output/ict-week1/images/4_Smart_City_Night_Aerial_View_Network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C1C1E">
                  <a:alpha val="91000"/>
                </a:srgbClr>
              </a:gs>
              <a:gs pos="50000">
                <a:srgbClr val="1C1C1E">
                  <a:alpha val="82000"/>
                </a:srgbClr>
              </a:gs>
              <a:gs pos="100000">
                <a:srgbClr val="1C1C1E">
                  <a:alpha val="69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540000"/>
            <a:ext cx="2540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2"/>
          <p:cNvSpPr/>
          <p:nvPr/>
        </p:nvSpPr>
        <p:spPr>
          <a:xfrm>
            <a:off x="4318000" y="2794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200" kern="0" dirty="0">
                <a:solidFill>
                  <a:srgbClr val="FFFFFF">
                    <a:alpha val="6902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 SUMMARY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048000" y="3302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4254500"/>
            <a:ext cx="2540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5"/>
          <p:cNvSpPr/>
          <p:nvPr/>
        </p:nvSpPr>
        <p:spPr>
          <a:xfrm>
            <a:off x="2413000" y="4699000"/>
            <a:ext cx="1143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ICT transforms daily life through diverse </a:t>
            </a:r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computer-based applications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413000" y="5270500"/>
            <a:ext cx="1143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</a:t>
            </a:r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hardware, software, and communication</a:t>
            </a:r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provides the foundation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413000" y="5842000"/>
            <a:ext cx="1143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works together to power our </a:t>
            </a:r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world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58000" y="6731000"/>
            <a:ext cx="2540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9"/>
          <p:cNvSpPr/>
          <p:nvPr/>
        </p:nvSpPr>
        <p:spPr>
          <a:xfrm>
            <a:off x="4318000" y="70485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 of Information and Communication Technologies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986000" y="8445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of Information and Communication Technologies - Week 1</dc:title>
  <dc:subject>Applications of Information and Communication Technologies - Week 1</dc:subject>
  <dc:creator>Kimi</dc:creator>
  <cp:lastModifiedBy>Kimi</cp:lastModifiedBy>
  <cp:revision>1</cp:revision>
  <dcterms:created xsi:type="dcterms:W3CDTF">2026-05-25T08:55:33Z</dcterms:created>
  <dcterms:modified xsi:type="dcterms:W3CDTF">2026-05-25T08:55:33Z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{"Label":"Applications of Information and Communication Technologies - Week 1","ContentProducer":"001191110108MACG2KBH8F10000","ProduceID":"19e5e477-1262-8fee-8000-0000006f835e","ReservedCode1":"","ContentPropagator":"001191110108MACG2KBH8F20000","PropagateID":"19e5e477-1262-8fee-8000-0000006f835e","ReservedCode2":""}</vt:lpwstr>
  </property>
</Properties>
</file>